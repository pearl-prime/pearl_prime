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28016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18288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Books About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822960" y="2743200"/>
            <a:ext cx="10972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400" b="1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Music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Pearl Prime Creates, Publishes, and Represents Musician Voice at Global Scale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5720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Musicians of the Pearl Prime Brand Director Network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822960" y="5486400"/>
            <a:ext cx="36576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6235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 Pearl Prime · Enlightened Intelligence Publishing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Music Mode?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— Enlightened Intelligence — is an AI-native publishing system. Music mode is a first-class brand archetype inside it.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57600" cy="4297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36576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59E0B"/>
                </a:solidFill>
              </a:rPr>
              <a:t>📚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731520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It Creates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" y="320040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rooted in your sound. Two variants: with-lyrics (your lyrical voice interleaved through chapters) and no-lyrics (reflection essays, journal entries, meditations). One AI companion song packaged with each release for the brand-admin bundle.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657600" cy="4297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828800"/>
            <a:ext cx="36576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59E0B"/>
                </a:solidFill>
              </a:rPr>
              <a:t>🌍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4526280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 It Reaches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526280" y="320040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 Z and Gen Alpha readers across 12 markets — US, Japan, Taiwan, China, and more — on KDP, Audible, Apple Books, and Google Play. Per-locale parity via Pearl_Localization. Written in second person, addressed directly to the reader.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657600" cy="4297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828800"/>
            <a:ext cx="365760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201168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dirty="0">
                <a:solidFill>
                  <a:srgbClr val="F59E0B"/>
                </a:solidFill>
              </a:rPr>
              <a:t>🔬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8321040" y="2697480"/>
            <a:ext cx="3291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8321040" y="3200400"/>
            <a:ext cx="32918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assembly: your survey + touchstone tracks + voice/craft profile feed an atom-bank pipeline. Pearl_Editor + Pearl_Writer author atoms keyed to 6 new slot pools. Not hallucination — your themes and voice become permanent system memory.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Enlightened Intelligence Publishing · Music Mode V1 + V2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BASE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Voice, Authored as Atoms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each musician, Pearl Prime builds a musician_bank — your themes, voice register, healing intent, signature devices, touchstones. From that bank, books are written.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42976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73152" cy="4297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SLOT POOLS FRAME EVERY CHAPTER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512064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with-lyrics variant: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LYRIC_OPENING  — your lyrical voice at chapter top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LYRIC_CLOSING  — your lyrical voice at chapter bottom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LYRIC_BESTSELLER_BEAT  — one mid-chapter lyric beat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no-lyrics variant: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MUSIC_REFLECTION_OPENING  — reflective open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MUSIC_REFLECTION_CLOSING  — reflective close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■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MUSIC_REFLECTION_BESTSELLER_BEAT  — mid-chapter beat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INTRO_2P_TEMPLATE + CONCLUSION_2P_TEMPLATE</a:t>
            </a:r>
            <a:endParaRPr lang="en-US" sz="11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100" i="1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(second-person framings opening &amp; closing every book)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1828800"/>
            <a:ext cx="5303520" cy="429768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309360" y="1828800"/>
            <a:ext cx="73152" cy="429768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537960" y="246888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37960" y="2468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7086600" y="23774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Onboarding Survey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086600" y="27432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sections: identity, themes, voice-craft, touchstones, healing intent, lyric preferences, reflection preferences, consent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537960" y="338328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37960" y="33832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086600" y="32918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 Authoring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086600" y="36576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Pearl_Editor + Pearl_Writer translate your survey into atoms keyed to the 6 slot pools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537960" y="429768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537960" y="42976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086600" y="42062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Book Assembly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086600" y="45720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Atoms mix into chapters by deterministic rules; second-person prose addresses the reader; quality gates run before any book ships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537960" y="5212080"/>
            <a:ext cx="411480" cy="41148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37960" y="52120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7086600" y="512064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Companion Song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086600" y="548640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MusicGen prompt per book, packaged with each release. Auto-rendering coming with Pearl Star Phase B.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Enlightened Intelligence Publishing · Music Mode V1 + V2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VARIANTS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Types of Music-Mode Books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5532120" cy="443484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55321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7724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2286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With Lyrics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777240" y="292608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Lyrical content interleaved at chapter opens, closes, and one mid-chapter beat. For musicians whose word-craft is part of the work.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41148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Drops in lyric blocks matching each chapter's emotional arc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Honors your lyric_form preference (free verse / rhymed / verse-chorus)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Respects your explicit_content_ok gate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the felt rhythm of your voice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263640" y="1783080"/>
            <a:ext cx="5532120" cy="443484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263640" y="1783080"/>
            <a:ext cx="55321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19659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92240" y="2286000"/>
            <a:ext cx="5120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Lyrics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492240" y="2926080"/>
            <a:ext cx="51206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essays, journal entries, or meditations on your music at the same positions. For instrumental work or rows where lyrics aren't the fit.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92240" y="411480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 form: essay / journal / meditation / mixed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Perspective: musician / listener / critic / mixed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Reaches readers who came for the feeling, not the words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song carries the lyrical absence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Enlightened Intelligence Publishing · Music Mode V1 + V2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12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AUTHORSHIP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Second Person. To the Reader. From the Music.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speaks to the reader in second person. It does not impersonate you. It carries the felt sense of your music into the reader's day.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5486400" cy="18288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73152" cy="18288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 PROSE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51206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"You hear the morning. You feel the room get small. The track plays once, then again. You stop holding your breath."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6309360" y="1874520"/>
            <a:ext cx="5303520" cy="1325880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46520" y="205740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</a:rPr>
              <a:t>🛡️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7040880" y="203911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misrepresentation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040880" y="242316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book never claims to be you speaking. You don't own every nuance — a reader who carries your sound is sharing what it meant to them.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309360" y="3291840"/>
            <a:ext cx="5303520" cy="1325880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46520" y="3474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</a:rPr>
              <a:t>🌱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040880" y="345643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Authentic transmission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040880" y="384048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themes, devices, and register go into the atoms. The book is recognizably yours without ever putting words in your mouth.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309360" y="4709160"/>
            <a:ext cx="5303520" cy="1325880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46520" y="48920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</a:rPr>
              <a:t>🔄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7040880" y="4873752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Refines over time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7040880" y="5257800"/>
            <a:ext cx="4480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survey + more atoms + more touchstones = closer fit between your music and the prose around it. The catalog gets more recognizably yours as it grows.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548640" y="3840480"/>
            <a:ext cx="5486400" cy="2240280"/>
          </a:xfrm>
          <a:prstGeom prst="rect">
            <a:avLst/>
          </a:prstGeom>
          <a:solidFill>
            <a:srgbClr val="1A1108"/>
          </a:solidFill>
          <a:ln w="12700">
            <a:solidFill>
              <a:srgbClr val="2A1F1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77240" y="3977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AUTHOR PERSONA FRAMES IT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777240" y="4297680"/>
            <a:ext cx="51206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Pen Name Author OR EI Author signs the book.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music shapes the prose.</a:t>
            </a: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reader gets a room your music made.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keep the music. The book becomes the bridge.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Enlightened Intelligence Publishing · Music Mode V1 + V2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12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 TYPES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Types of Pearl Prime Music-Mode Authors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 names are a long-standing publishing convention. Pearl Prime uses two paths.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532120" cy="43891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55321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2011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PEN NAME AUTHOR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" y="2331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Listener Persona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777240" y="2926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credible human listener bio. Reader-facing. Standard publishing convention. Writes as someone who discovered and was changed by your sound.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4160520"/>
            <a:ext cx="5120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Named, viable author identity and bio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Widely accepted publishing convention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Readers connect with a relatable human voice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book platforms: KDP, Audible, Apple, Google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263640" y="1828800"/>
            <a:ext cx="5532120" cy="43891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263640" y="1828800"/>
            <a:ext cx="55321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201168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 · ENLIGHTENED INTELLIGENCE AUTHOR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492240" y="2331720"/>
            <a:ext cx="5120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AI Persona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92240" y="2926080"/>
            <a:ext cx="5120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AI persona. Transparent. Positioned as a frontier publishing experiment. Byline is explicit: this book was authored by an AI listener.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492240" y="4160520"/>
            <a:ext cx="5120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Transparent: readers know it is an AI author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from your atom-bank + somatic heuristics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Appeals to Gen Z's interest in AI + music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✦"/>
            </a:pPr>
            <a:r>
              <a:rPr lang="en-US" sz="11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frontier of reader reach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Enlightened Intelligence Publishing · Music Mode V1 + V2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12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· PLATFORMS · VOLUME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Books. Smart Platform Strategy.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AI slop. Deterministic books built on your atom bank. Volume tier is your choice.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303520" cy="43891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73152" cy="4389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6596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AI SLOP — DETERMINISTIC BOOKS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7240" y="237744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Amazon, Google Play, Apple Books, and every major platform now use AI-detection to filter out low-quality template-swapped content.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77240" y="370332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is designed to pass — because the books are genuinely good. Atoms are human-authored by Pearl_Editor and Pearl_Writer with deep expertise in what makes books work. Assembly is deterministic by research-based rules.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54864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Platforms: KDP · Audible · Apple Books · Google Play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828800"/>
            <a:ext cx="5486400" cy="4389120"/>
          </a:xfrm>
          <a:prstGeom prst="rect">
            <a:avLst/>
          </a:prstGeom>
          <a:solidFill>
            <a:srgbClr val="1A1108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126480" y="1828800"/>
            <a:ext cx="73152" cy="438912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96596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VOLUME TIER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355080" y="2423160"/>
            <a:ext cx="5074920" cy="109728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537960" y="2514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37960" y="28346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&lt; 800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8092440" y="256032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catalog focused on the singular voice. For musicians who want a tight selection.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55080" y="3657600"/>
            <a:ext cx="5074920" cy="109728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374904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537960" y="4069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8092440" y="379476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default. Matches Path X canonical brand volume. 800 books per active brand.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355080" y="4892040"/>
            <a:ext cx="5074920" cy="109728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37960" y="498348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537960" y="53035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&gt; 800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8092440" y="5029200"/>
            <a:ext cx="3246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musicians with broader cultural footprint. Catalog scales beyond 800.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Enlightened Intelligence Publishing · Music Mode V1 + V2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12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SYSTEM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Music-Mode Brands. Your Unique Sonic Lane.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First-class archetype. Architecturally separate from the 37 Path X teacher / manga brands. brand_id starts at id space 38+, open-ended.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657600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54864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</a:rPr>
              <a:t>🎯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28016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Musician Per Brand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28016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brand is yours alone. No co-mingling under one brand id.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43400" y="1828800"/>
            <a:ext cx="3657600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43400" y="1828800"/>
            <a:ext cx="54864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2628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</a:rPr>
              <a:t>🔑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7492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/ Fan Brand Director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07492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devoted listener onboards via wizard; owns survey, reviews, corrections.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138160" y="1828800"/>
            <a:ext cx="3657600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828800"/>
            <a:ext cx="54864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321040" y="19659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</a:rPr>
              <a:t>📊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86968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Volume Tier Choice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869680" y="22860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/ Standard (800) / Enterprise — chosen at onboarding via music_volume_tier.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48640" y="3337560"/>
            <a:ext cx="3657600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3337560"/>
            <a:ext cx="54864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</a:rPr>
              <a:t>🌐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128016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 Markets Active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280160" y="3794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US, Japan, Taiwan, China primary. Per-locale parity via Pearl_Localization.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343400" y="3337560"/>
            <a:ext cx="3657600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343400" y="3337560"/>
            <a:ext cx="54864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2628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</a:rPr>
              <a:t>🎶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507492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Companion Songs Per Book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5074920" y="3794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MusicGen prompt per release; auto-render coming Pearl Star Phase B.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138160" y="3337560"/>
            <a:ext cx="3657600" cy="137160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138160" y="3337560"/>
            <a:ext cx="54864" cy="13716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321040" y="34747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59E0B"/>
                </a:solidFill>
              </a:rPr>
              <a:t>📈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8869680" y="3429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Scales With Material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8869680" y="379476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survey + touchstones + corrections = more accurate sound representation.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4937760"/>
            <a:ext cx="11064240" cy="118872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77240" y="50292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4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brand_id pattern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777240" y="53492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AF6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&lt;musician_handle&gt;_music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77240" y="58064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Examples: ahjansam_music, junko_music. Hard-locked default; alternates require AMENDMENT.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Enlightened Intelligence Publishing · Music Mode V1 + V2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12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Your Music Enters the Platform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Six-step onboarding through the live wizard.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5486400" cy="11887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85800" y="214884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32588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Student/Fan Becomes Brand Director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325880" y="2331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devoted listener or student registers via Pearl Prime wizard at the wizard app's HTTP route.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217920" y="1828800"/>
            <a:ext cx="5486400" cy="11887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355080" y="214884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55080" y="21488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9951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 Selector (Wizard Step 1)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995160" y="233172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Brand Director chooses Music Mode from [Standard / Manga / Music / Hybrid].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3154680"/>
            <a:ext cx="5486400" cy="11887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85800" y="347472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32588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ID Created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25880" y="3657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&lt;musician_handle&gt;_music slug is minted and registered in music_brand_registry.yaml.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217920" y="3154680"/>
            <a:ext cx="5486400" cy="11887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355080" y="347472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4747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995160" y="32918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Music Reflections Survey (Wizard Step 4)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995160" y="365760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sections. Single Save button POSTs to /wizard/music-survey/save; persists to brand-wizard-app/brands/&lt;brand_id&gt;.yaml; auto-advances.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548640" y="4480560"/>
            <a:ext cx="5486400" cy="11887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85800" y="480060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8580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32588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Atom Authoring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325880" y="4983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Pearl_Editor + Pearl_Writer translate survey into atoms across 6 slot pools + INTRO_2P + CONCLUSION_2P templates.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6217920" y="4480560"/>
            <a:ext cx="5486400" cy="11887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355080" y="4800600"/>
            <a:ext cx="502920" cy="502920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355080" y="48006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E0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6995160" y="4617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Brand Goes Active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95160" y="4983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 generator produces music-mode books; companion songs accompany each release; Brand Director reviews &amp; corrects; system improves.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48640" y="589788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lead magnets via MUSIC-MODE-FREEBIE-FUNNEL-V1-02 pull listeners into the book catalog — see next slides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Enlightened Intelligence Publishing · Music Mode V1 + V2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12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FREEBIES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Ways to Build the Relationship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MUSIC-MODE-FREEBIE-FUNNEL-V1-02 — audio lead magnets that pull listeners into your book catalog. These are not the books; they are the on-ramp.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593592" cy="21031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359359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58368" y="193852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143000" y="193852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🎵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58368" y="2322576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Companion Track Download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58368" y="2724912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Full-quality companion song download, gated behind email capture. The first direct connection between musician and reader outside of a streaming algorithm.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58368" y="363016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"Download 'Morning Room' studio version — the track this chapter was written about."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4293108" y="1828800"/>
            <a:ext cx="3593592" cy="21031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293108" y="1828800"/>
            <a:ext cx="359359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402836" y="193852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87468" y="193852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✂️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402836" y="2322576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30-Second Preview Clip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402836" y="2724912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Hook-packed 30s clip with lyric snippet on-screen and the audio hook that defines the track. Bridges listeners to album pre-save or full release.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02836" y="363016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"Hear the opening 30 seconds of 'Drift' — with the Chapter 3 lyric overlaid."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8037576" y="1828800"/>
            <a:ext cx="3593592" cy="210312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037576" y="1828800"/>
            <a:ext cx="3593592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7304" y="193852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31936" y="193852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💿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47304" y="2322576"/>
            <a:ext cx="3392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EP Bundle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8147304" y="2724912"/>
            <a:ext cx="3392424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tracks delivered as a single download (zip) or streaming links per platform policy. The complete sonic world of the book — all in one place.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147304" y="3630168"/>
            <a:ext cx="33924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 the 'Quiet Hours' EP — 4 tracks that are the spine of this book."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48640" y="4069080"/>
            <a:ext cx="5394960" cy="22402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48640" y="4069080"/>
            <a:ext cx="53949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8368" y="417880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1143000" y="417880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🖼️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58368" y="4562856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Lyric Poster PDF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58368" y="4965192"/>
            <a:ext cx="5193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Printable art poster pairing the lyric with visual design. Tied to M1/M2 in the email sequence. Lives on walls and in inboxes — a physical-feeling artifact of a digital relationship. Readers print it. It stays.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58368" y="6007608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"Download the 'Dissolve' lyric poster — the track on page 47."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6217920" y="4069080"/>
            <a:ext cx="5394960" cy="22402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17920" y="4069080"/>
            <a:ext cx="539496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327648" y="4178808"/>
            <a:ext cx="457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6812280" y="4178808"/>
            <a:ext cx="365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59E0B"/>
                </a:solidFill>
              </a:rPr>
              <a:t>🎤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6327648" y="4562856"/>
            <a:ext cx="51937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Behind-the-Song Interview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327648" y="4965192"/>
            <a:ext cx="519379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or long-form text. The musician explains what a track means, why it was written, what broke, what held. Ties the artist persona to the music's emotional meaning. The reader stops hearing a track and starts understanding an artist.</a:t>
            </a:r>
            <a:endParaRPr lang="en-US" sz="950" dirty="0"/>
          </a:p>
        </p:txBody>
      </p:sp>
      <p:sp>
        <p:nvSpPr>
          <p:cNvPr id="40" name="Text 38"/>
          <p:cNvSpPr/>
          <p:nvPr/>
        </p:nvSpPr>
        <p:spPr>
          <a:xfrm>
            <a:off x="6327648" y="6007608"/>
            <a:ext cx="51937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"8-min audio: 'The Distance' — why it was written, what the last line costs."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Enlightened Intelligence Publishing · Music Mode V1 + V2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12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615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640080"/>
            <a:ext cx="110642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Free Track to Loyal Reader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stages. Each one deepens the relationship — until buying the book is the natural next step.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74520"/>
            <a:ext cx="2103120" cy="38404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74520"/>
            <a:ext cx="21031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21792" y="2011680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OF FUNNEL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408176" y="230428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408176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21792" y="278892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</a:rPr>
              <a:t>🔊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621792" y="324612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Listen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21792" y="3703320"/>
            <a:ext cx="195681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page: title, album art, 30-second listen embed. First contact between your sound and someone who might become a reader.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21792" y="539496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TOF HERO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2788920" y="1874520"/>
            <a:ext cx="2103120" cy="38404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88920" y="1874520"/>
            <a:ext cx="21031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862072" y="2011680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MAGNET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648456" y="230428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48456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62072" y="278892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</a:rPr>
              <a:t>📥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2862072" y="324612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Free Download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2862072" y="3703320"/>
            <a:ext cx="195681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Companion Track (M1) or Sample EP (M3) — full quality, no catch. Email captured. They chose to hear more.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2862072" y="539496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 · M3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29200" y="1874520"/>
            <a:ext cx="2103120" cy="38404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029200" y="1874520"/>
            <a:ext cx="21031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102352" y="2011680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SEQUENCE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5888736" y="230428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888736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5102352" y="278892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</a:rPr>
              <a:t>📧</a:t>
            </a:r>
            <a:endParaRPr lang="en-US" sz="2400" dirty="0"/>
          </a:p>
        </p:txBody>
      </p:sp>
      <p:sp>
        <p:nvSpPr>
          <p:cNvPr id="30" name="Text 28"/>
          <p:cNvSpPr/>
          <p:nvPr/>
        </p:nvSpPr>
        <p:spPr>
          <a:xfrm>
            <a:off x="5102352" y="324612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Story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5102352" y="3703320"/>
            <a:ext cx="195681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Preview Clip (M2) arrives with the why-this-track email. Lyric Poster (M4) follows. The music starts to mean something personal.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5102352" y="539496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 · M4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7269480" y="1874520"/>
            <a:ext cx="2103120" cy="3840480"/>
          </a:xfrm>
          <a:prstGeom prst="rect">
            <a:avLst/>
          </a:prstGeom>
          <a:solidFill>
            <a:srgbClr val="2A1F1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269480" y="1874520"/>
            <a:ext cx="2103120" cy="7315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342632" y="2011680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MID-SEQUENCE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8129016" y="2304288"/>
            <a:ext cx="384048" cy="384048"/>
          </a:xfrm>
          <a:prstGeom prst="ellipse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129016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38" name="Text 36"/>
          <p:cNvSpPr/>
          <p:nvPr/>
        </p:nvSpPr>
        <p:spPr>
          <a:xfrm>
            <a:off x="7342632" y="278892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F59E0B"/>
                </a:solidFill>
              </a:rPr>
              <a:t>🎤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7342632" y="324612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Behind the Song</a:t>
            </a:r>
            <a:endParaRPr lang="en-US" sz="1500" dirty="0"/>
          </a:p>
        </p:txBody>
      </p:sp>
      <p:sp>
        <p:nvSpPr>
          <p:cNvPr id="40" name="Text 38"/>
          <p:cNvSpPr/>
          <p:nvPr/>
        </p:nvSpPr>
        <p:spPr>
          <a:xfrm>
            <a:off x="7342632" y="3703320"/>
            <a:ext cx="195681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Behind-the-song interview (M5). Audio or long-form text. The musician's voice — unfiltered. The reader understands the artist.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342632" y="539496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9509760" y="1874520"/>
            <a:ext cx="2103120" cy="3840480"/>
          </a:xfrm>
          <a:prstGeom prst="rect">
            <a:avLst/>
          </a:prstGeom>
          <a:solidFill>
            <a:srgbClr val="0A1A0A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509760" y="1874520"/>
            <a:ext cx="2103120" cy="73152"/>
          </a:xfrm>
          <a:prstGeom prst="rect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9582912" y="2011680"/>
            <a:ext cx="1956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200" kern="0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0369296" y="2304288"/>
            <a:ext cx="384048" cy="384048"/>
          </a:xfrm>
          <a:prstGeom prst="ellipse">
            <a:avLst/>
          </a:prstGeom>
          <a:solidFill>
            <a:srgbClr val="4ADE80"/>
          </a:solidFill>
          <a:ln w="12700">
            <a:solidFill>
              <a:srgbClr val="4ADE8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0369296" y="23042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0A0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47" name="Text 45"/>
          <p:cNvSpPr/>
          <p:nvPr/>
        </p:nvSpPr>
        <p:spPr>
          <a:xfrm>
            <a:off x="9582912" y="278892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86EFAC"/>
                </a:solidFill>
              </a:rPr>
              <a:t>📚</a:t>
            </a:r>
            <a:endParaRPr lang="en-US" sz="2400" dirty="0"/>
          </a:p>
        </p:txBody>
      </p:sp>
      <p:sp>
        <p:nvSpPr>
          <p:cNvPr id="48" name="Text 46"/>
          <p:cNvSpPr/>
          <p:nvPr/>
        </p:nvSpPr>
        <p:spPr>
          <a:xfrm>
            <a:off x="9582912" y="3246120"/>
            <a:ext cx="19568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Book</a:t>
            </a:r>
            <a:endParaRPr lang="en-US" sz="1500" dirty="0"/>
          </a:p>
        </p:txBody>
      </p:sp>
      <p:sp>
        <p:nvSpPr>
          <p:cNvPr id="49" name="Text 47"/>
          <p:cNvSpPr/>
          <p:nvPr/>
        </p:nvSpPr>
        <p:spPr>
          <a:xfrm>
            <a:off x="9582912" y="3703320"/>
            <a:ext cx="1956816" cy="1627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CTA arrives naturally. Companion song bundled with it. The book is familiar territory — they already know the sound. They buy it.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9582912" y="5394960"/>
            <a:ext cx="1956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6EF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+ SONG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2651760" y="3794760"/>
            <a:ext cx="13716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2674620" y="3657600"/>
            <a:ext cx="91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4892040" y="3794760"/>
            <a:ext cx="13716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914900" y="3657600"/>
            <a:ext cx="91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32320" y="3794760"/>
            <a:ext cx="13716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55180" y="3657600"/>
            <a:ext cx="91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9372600" y="3794760"/>
            <a:ext cx="137160" cy="0"/>
          </a:xfrm>
          <a:prstGeom prst="line">
            <a:avLst/>
          </a:prstGeom>
          <a:noFill/>
          <a:ln w="19050">
            <a:solidFill>
              <a:srgbClr val="D97706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9395460" y="3657600"/>
            <a:ext cx="91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548640" y="5888736"/>
            <a:ext cx="11064240" cy="393192"/>
          </a:xfrm>
          <a:prstGeom prst="rect">
            <a:avLst/>
          </a:prstGeom>
          <a:solidFill>
            <a:srgbClr val="0E0A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77240" y="5888736"/>
            <a:ext cx="1060704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Books are the catalog. Audio freebies are the top of funnel. Listeners who discover through sound become the most loyal readers.</a:t>
            </a:r>
            <a:endParaRPr lang="en-US" sz="1050" dirty="0"/>
          </a:p>
        </p:txBody>
      </p:sp>
      <p:sp>
        <p:nvSpPr>
          <p:cNvPr id="61" name="Shape 59"/>
          <p:cNvSpPr/>
          <p:nvPr/>
        </p:nvSpPr>
        <p:spPr>
          <a:xfrm>
            <a:off x="548640" y="6446520"/>
            <a:ext cx="11064240" cy="0"/>
          </a:xfrm>
          <a:prstGeom prst="line">
            <a:avLst/>
          </a:prstGeom>
          <a:noFill/>
          <a:ln w="12700">
            <a:solidFill>
              <a:srgbClr val="2A1F17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48640" y="65105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Enlightened Intelligence Publishing · Music Mode V1 + V2</a:t>
            </a:r>
            <a:endParaRPr lang="en-US" sz="900" dirty="0"/>
          </a:p>
        </p:txBody>
      </p:sp>
      <p:sp>
        <p:nvSpPr>
          <p:cNvPr id="63" name="Text 61"/>
          <p:cNvSpPr/>
          <p:nvPr/>
        </p:nvSpPr>
        <p:spPr>
          <a:xfrm>
            <a:off x="10515600" y="651052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12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0A0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822960" y="14630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spc="8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· EI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822960" y="210312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dirty="0">
                <a:solidFill>
                  <a:srgbClr val="FAF6F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Your Music.</a:t>
            </a:r>
            <a:endParaRPr lang="en-US" sz="6800" dirty="0"/>
          </a:p>
        </p:txBody>
      </p:sp>
      <p:sp>
        <p:nvSpPr>
          <p:cNvPr id="5" name="Text 3"/>
          <p:cNvSpPr/>
          <p:nvPr/>
        </p:nvSpPr>
        <p:spPr>
          <a:xfrm>
            <a:off x="822960" y="3108960"/>
            <a:ext cx="10972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800" b="1" i="1" dirty="0">
                <a:solidFill>
                  <a:srgbClr val="F59E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Reader's Room.</a:t>
            </a:r>
            <a:endParaRPr lang="en-US" sz="6800" dirty="0"/>
          </a:p>
        </p:txBody>
      </p:sp>
      <p:sp>
        <p:nvSpPr>
          <p:cNvPr id="6" name="Text 4"/>
          <p:cNvSpPr/>
          <p:nvPr/>
        </p:nvSpPr>
        <p:spPr>
          <a:xfrm>
            <a:off x="822960" y="4572000"/>
            <a:ext cx="10515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C8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Pearl Prime exists to carry the felt sense of your music to readers who may never make it to a live set, a record store, or a scene — but who carry your sound into their day in a form they can read, listen to, and return to.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5943600"/>
            <a:ext cx="3657600" cy="0"/>
          </a:xfrm>
          <a:prstGeom prst="line">
            <a:avLst/>
          </a:prstGeom>
          <a:noFill/>
          <a:ln w="25400">
            <a:solidFill>
              <a:srgbClr val="D9770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60807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FAF6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with us.  ·  Pearl Prime  ·  Enlightened Intelligence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Books About Your Music</dc:title>
  <dc:subject>Music Mode Introduction Deck — Musicians and Their Brand Directors</dc:subject>
  <dc:creator>Pearl Prime</dc:creator>
  <cp:lastModifiedBy>Pearl Prime</cp:lastModifiedBy>
  <cp:revision>1</cp:revision>
  <dcterms:created xsi:type="dcterms:W3CDTF">2026-06-11T17:12:47Z</dcterms:created>
  <dcterms:modified xsi:type="dcterms:W3CDTF">2026-06-11T17:12:47Z</dcterms:modified>
</cp:coreProperties>
</file>
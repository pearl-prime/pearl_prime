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Year of Becoming.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program — what your year does to you.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512064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empowerments. Four attainments. One full-year arc.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quarters. Four masters. Four attainments.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2606040" cy="347472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 clearing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Feung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800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wisdom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 Shan lineage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560320"/>
            <a:ext cx="2606040" cy="347472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Ecological alignment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0440" y="4206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Wu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4800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Taoist geomancy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Veins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2606040" cy="347472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Cosmic-council channel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4206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Junko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4800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ascended masters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2560320"/>
            <a:ext cx="2606040" cy="347472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8116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Vairocana attainment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81160" y="4206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Joshin + Ahjan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4800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Shingon mandala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Pearl Transmission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Vairocana World Bodhisattva ladder.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Operator-composed. Each master teaches in their own tradition's central frame. The year culminates in Joshin Sensei's Shingon teaching of Dainichi Nyorai and Ahjan's Pearl Transmission.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Q1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Cleansed-Karma Sangha Adept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Q2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4709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Dragon-Vein Aligned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Q3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5212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Cosmic-Council Channel-Holder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715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Q4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5715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Vairocana World Bodhisattva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· Level 1 ·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 Clearing.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brush stroke cannot be undone. You become the unique stroke you are — and the karma of trying to be someone else dissolves.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DOMAIN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9834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of personal redemption. Fresh starts. Reconciliations. Ancestral healing. Cleared paths — small and worldwide.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Feung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3749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wisdom. Calligraphy as practice. Hua Shan pilgrimage. Xi'an cultural center.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NEW 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49834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Cleansed-Karma Sangha Adept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· Level 2 ·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Ecological Alignment.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earth itself is a living energy body. Your year of work has prepared the vessel. Now the vessel is aligned to the earth's current.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DOMAIN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9834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wins. Biodiversity recovered. Oceans cleaned. Forests restored. Indigenous-led conservation. The earth's gifts.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Wu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3749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Taoist geomancy. Long Mai — the Dragon Veins. Earth-meridian activation. Civilizational memory lines across China, Taiwan, Japan.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NEW 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49834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Dragon-Vein Aligned Sangha Adept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· Level 3 ·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Cosmic-Council Channel.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Light-language reaches the soul-frequency under conceptual mind — which is how the young generations receive (and don't receive) elder teachings. You become part of the channel.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DOMAIN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9834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youth flourishing. Youth-led movements. Educational access. Mental health gains for the young. Intergenerational reconciliation.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Junko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3749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 channeling. Light language. Ascended masters. The cosmic council speaks through her — she does not create the message.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NEW 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49834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Cosmic-Council Channel-Holder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· Level 4 ·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Vairocana World Bodhisattva.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Joshin teaches the Vairocana mandala in his own tradition's central frame. Then Ahjan's Pearl Transmission seals the year. The cosmic Buddha's field holds you.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DOMAIN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9834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good. All the world's gifts. All domains. The Q4-aligned reads the full Pearl News and recognizes their year in every story.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Joshin Sensei + Ahjan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3749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51st-generation Shingon lineage holder. Dainichi Nyorai mandalas. Sokushin Jōbutsu — Buddhahood in this very body. Followed by Ahjan's Pearl Transmission.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NEW 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49834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Vairocana World Bodhisattva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— alternative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Pāramitā compressed ladder.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Mahāyāna canonical. The six perfections of the Bodhisattva path, gathered into four quarters. Uncontroversial across Buddhist schools. Recommended if the cohort is Buddhist-fluent.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Dāna + Śīla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0" y="4114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Generosity + Ethics — outward action purified — Cleansed Path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Kṣānti + Vīrya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4617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+ Effort — inward stamina forged — Vow-Bearer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Dhyāna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5120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— inner spaciousness realized — Open-Sky 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623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Prajñā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56235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— synthesis — Pāramitā-Bodhisattva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 — alternative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Vajrayāna 4-Initiation inspired ladder.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i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</a:t>
            </a:r>
            <a:pPr algn="l" indent="0" marL="0">
              <a:buNone/>
            </a:pPr>
            <a:r>
              <a:rPr lang="en-US" sz="11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transmission of actual Vajrayāna abhiṣeka. Real empowerment requires guru-disciple lineage. This plan honors the four-initiation structure with care; Joshin Sensei's consent and lineage-holder review are mandatory before ship.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Vase Initiation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4114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purified — Vase-Empowered Vessel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 Initiation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4617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purified — Mantra-Voiced Sangha Adept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Wisdom Initiation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5120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purified — Mandala-Mind Sangha Adept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623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5623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Initiation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5623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Body-Speech-Mind union — Vajrasattva-Aligned World Bodhisattva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 — alternative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Tao-Buddha-Hindu-Pearl Polestar.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tradition per quarter. Each master in their own canonical frame. Year ends with Ahjan's Pearl Transmission as synthesis. Maximum alliance visibility.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Taoist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Power Cultivation — Pure-Qi Sangha Adept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4526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Buddhist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 Field — Karuṇā-Bodhisattva-in-Becoming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029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5029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5029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 Body — Dharma-Body Yogi / Mahatma-aligned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532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5532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5532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via Ahjan's Pearl Transmission — Vairocana World Bodhisattva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the four progressions.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— Vairocana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— Pāramitā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 — Vajrayāna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 — Polestar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 root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Operator-composed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Mahāyāna canon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Vajrayāna inspired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 quarter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depth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34564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at Q4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4564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4564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Deepest if shipped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34564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Cross-tradition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6966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fit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1696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Excellent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41696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41696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Restricted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1696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88289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Cross-tradition risk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488289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488289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488289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488289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5961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5596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coherence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0" y="5596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Buddhist purity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5596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Esoteric depth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5596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Alliance visibility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feedback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year, mirrored in the world's good news.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month, Pearl News curates the world's good news in your current level's domain. A Level 1 sees stories of redemption. A Level 2 sees ecological wins. A Level 3 sees the young flourishing. A Level 4 sees all of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Reverent framing. Never marketing. The closing tagline names the field: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"These are the world's gifts this month — and your year of service is one of the conditions that lets them flourish."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digest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sample.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365760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68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DRAGON-VEIN DIGEST · MARCH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earth-gifts this month.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Coral reefs return to a degraded reef belt in the Pacific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Amazon's deforestation rate hits a multi-year low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Three urban green corridors open in Tokyo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Indigenous-led ocean cleanups exceed target in Indonesia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Regenerative agriculture spreads across two Iberian provinces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alignment as Dragon-Vein vessel is one of the energies that holds the field steady.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quarterly empowerment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special Sunday feels like.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2560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Pre-ceremony — silence held together. The lineage is named.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30-45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32004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— the master speaks in their own tradition's voice.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3840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Empowerment — the master speaks the cohort into the level.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44805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— the new attainment-state title is conferred. Each name spoken aloud.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51206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dedication. Sealing.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9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teacher is aligning the vessels of the world dharma.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783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your year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Vairocana World Bodhisattva.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318211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karma cleared through Master Feung's Grand Painting empowerment.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657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the Dragon Veins through Master Wu — vessel for ecological harmony.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46227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297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Channel-holder for the rising generations through Junko's cosmic-council transmission.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510235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937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Vairocana-aligned through Joshin Sensei's Shingon mandala teaching + Ahjan's Pearl Transmission.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574243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identity that the world's gifts now flow through. Unshakable.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V1.5 — The Year of Becoming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operator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year of becoming.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Operator direct-address for the year-of-becoming appendix — 50 to 150 words, inserted by Ahjan before publication. 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slide holds space for the operator's own framing of the year arc. Until the operator's words land, it stays as it is — a place for his voice.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Q-OP-DECK-DIRECT-ADDRESS-01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Sangha Karma Yoga V1.5 — The Year of Becoming</dc:title>
  <dc:subject>Operator-facing brochure appendix, V1.5</dc:subject>
  <dc:creator>Pearl_Architect — Phoenix Omega</dc:creator>
  <cp:lastModifiedBy>Pearl_Architect — Phoenix Omega</cp:lastModifiedBy>
  <cp:revision>1</cp:revision>
  <dcterms:created xsi:type="dcterms:W3CDTF">2026-06-09T18:13:40Z</dcterms:created>
  <dcterms:modified xsi:type="dcterms:W3CDTF">2026-06-09T18:13:41Z</dcterms:modified>
</cp:coreProperties>
</file>
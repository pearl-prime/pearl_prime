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Sangha Karma Yoga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as the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alliance of masters and the work of uplift meet.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512064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invitation from the operator and the sangha.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4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Uplift the world </a:t>
            </a:r>
            <a:pPr algn="l" indent="0" marL="0">
              <a:spcAft>
                <a:spcPts val="1200"/>
              </a:spcAft>
              <a:buNone/>
            </a:pPr>
            <a:r>
              <a:rPr lang="en-US" sz="420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alliance of these great masters </a:t>
            </a:r>
            <a:pPr algn="l" indent="0" marL="0">
              <a:spcAft>
                <a:spcPts val="1200"/>
              </a:spcAft>
              <a:buNone/>
            </a:pPr>
            <a:r>
              <a:rPr lang="en-US" sz="4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the offering of content.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masters are gathered. The books are being made. The work has hands. This is how the sangha brings them.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yoga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as practice.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sangha knows what karma yoga is — the operator has been teaching it for years. This program does not re-teach it. It offers a structured field for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done in dedication. Attention to the inner state of the doer. Sustained. Quiet. Strong.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to those who take up this yoga.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 empowerments — quarterly transmissions from Ahjan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teachings from the masters of the alliance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in-person USLF retreat — annual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Profit-share — 1% of Pearl Prime income, any pillar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2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Sangha Author credit + lineage recognition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 — Tier I + Tier II + Tier III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empowerments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Ahjan.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transmission. A unique offering only the operator can give. Recognized as a lineage milestone, not a rank.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   </a:t>
            </a:r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ceremony for all active Karma Yogis.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     </a:t>
            </a:r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milestone for first-quarter completers.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quarterly teaching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master in the alliance.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quarter at a time. Each chosen by the operator from those willing.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Joshin Sensei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Shingon lineage holder, Kōyasan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Feung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Chinese wisdom, calligraphy, Hua Shan, Xi'an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347472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Wu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Taoist geomancy, Dragon Veins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Sha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Dao Grand Master, Love Peace Harmony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 Maa</a:t>
            </a:r>
            <a:endParaRPr lang="en-US" sz="16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Acharya Dayananda 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 retreat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person.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Spiritual Leaders Forum.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Koyasan was the East. Los Angeles was the West. The next is being prepared. Active Karma Yogis are invited.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support offered case by case.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Profit-share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in the game. Dharma in the work.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Karma Yogis in any pillar receive a structured profit-share — the work is honored as 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pPr algn="l"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of Pearl Prime income, per active contributor, per quarter.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receives 5% of all-brand income across the catalog. Karma yogis receive 1% of that Pearl Prime income each. Any pillar qualifies — Pearl Prime, 48 Social, Pearl News, USLF, UNSAY, brand admins, onboarding.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Tier I — universal across pillars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Author credit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name on every book.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Sangha brand administrators — Karma Yogis running a Sangha-themed book lane — every book published in their lane carries Sangha Author credit. A lineage record. It stays.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a Sangha Author, always — on the books that were published in your lane. Even after you step out.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seven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its own field. Each shadows part of the operator's larger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182880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 Prime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books better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Social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teachings 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0" y="2377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 News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6384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real news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USLF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the forum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416052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4709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youth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16052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4709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Sangha brand admins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Sangha book lane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98280" y="4160520"/>
            <a:ext cx="2468880" cy="201168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81160" y="4709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Sangha onboarding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81160" y="5577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new students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ladder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Dharma-shaped. Not corporate-shaped.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5237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 Yogi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29768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active sangha volunteer in any pillar.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30098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Dharma Steward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3154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lead. Coordinates the weekly heartbeat for one pillar.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07822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Sangha Author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administrator running a Sangha-themed book lane.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85546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09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 Empowered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97680" y="4709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Yogi who has received their first Pearl empowerment. A lineage milestone.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563270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486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Cross-pillar Coordinator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5486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rotating role bridging two or three pillars.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Extremely powerful. Not extremely frequent.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0"/>
            <a:ext cx="3474720" cy="274320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Zoom — coordination, not teaching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926080"/>
            <a:ext cx="3474720" cy="274320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times a year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master teaching + one Pearl empowerment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2926080"/>
            <a:ext cx="3474720" cy="2743200"/>
          </a:xfrm>
          <a:prstGeom prst="rect">
            <a:avLst/>
          </a:prstGeom>
          <a:solidFill>
            <a:srgbClr val="1C1410"/>
          </a:solidFill>
          <a:ln w="12700">
            <a:solidFill>
              <a:srgbClr val="3A2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58200" y="3794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a year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5820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USLF retreat with the masters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Sunday meeting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feels like.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2560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dharma reflection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31546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heartbeat reports — what each pillar shipped 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3749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Cross-pillar issues + blockers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343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Next-week commitments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49377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dedication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minutes total. Light and reverent. Recorded for anyone who can't attend.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expected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Clarity, not softness.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270662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minutes of presence on Sundays. Async catch-up if you can't make it live.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48386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37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shipped deliverable in your pillar each week — what 'shipped' means is set by your pillar.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26110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114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in the cross-pillar discussion. Real numbers. Real blockers.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0383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892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presence over months. Years, when it grows that way.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581558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Reverence in the opening and closing.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not expected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sangha already carries its own classes.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9809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second teaching cadence on top of what the sangha already runs.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6667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separate identity from your sangha membership. This is one expression of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3525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overwhelm. If a season comes when you need to pause, you pause — dignified, without stigma.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0383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892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corporate ladder. The role names mark service, not rank.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57241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rest of your life. Karma Yoga participation is offered. Yes is yes. No is also yes.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opt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simple steps.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11680" y="2560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Discern your pillar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seven. Sit with which one fits. Talk to a current Karma Yogi.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011680" y="3840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a Dharma Steward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4526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any sangha channel. They will introduce you to your pillar.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011680" y="5120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to your first Sunday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5806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greeted. Introduced. Walked through one shipped deliverable.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90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journey, marked.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774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Sunday. Greeted by name. Met by your first friend. Shown what shipped looks like.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77440" y="3749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Dharma Steward sits with you. Asks what your felt experience has been. Adjusts the fit if needed.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4937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Eligible for your first Pearl empowerment. Eligible for Sangha Author consideration (P6). Full Tier II access begins.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835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from Ahjan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sangha, directly.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Operator direct-address — 50 to 150 words, inserted by Ahjan before publication.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slide holds space. The operator drafts his own words here before this deck is shared with the wider sangha. Until then, it stays as it is — a place for his voice to land.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Q-SKY-DECK-DIRECT-ADDRESS-01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the work uplift.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the doers be held.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25896" y="512064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i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to talk first.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 for confidential discernment, until Dharma Stewards are seated. Your existing sangha channels remain open as they have always been.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to be named by the operator post-merge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89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question too small. No question too tender. The doors are open.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Sangha Karma Yoga — V1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A8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Sangha Karma Yoga — Service as the Path</dc:title>
  <dc:subject>Operator-facing brochure deck, V1</dc:subject>
  <dc:creator>Pearl_Architect — Phoenix Omega</dc:creator>
  <cp:lastModifiedBy>Pearl_Architect — Phoenix Omega</cp:lastModifiedBy>
  <cp:revision>1</cp:revision>
  <dcterms:created xsi:type="dcterms:W3CDTF">2026-06-09T18:09:52Z</dcterms:created>
  <dcterms:modified xsi:type="dcterms:W3CDTF">2026-06-09T18:09:52Z</dcterms:modified>
</cp:coreProperties>
</file>
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Calibri"/>
              </a:rPr>
              <a:t>Phase-A atom coverage by locale (1,260-cell grid)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Atom coverage %</c:v>
                </c:pt>
              </c:strCache>
            </c:strRef>
          </c:tx>
          <c:spPr>
            <a:solidFill>
              <a:srgbClr val="5E8B7E">
                <a:alpha val="9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3341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ja-JP</c:v>
                  </c:pt>
                  <c:pt idx="1">
                    <c:v>zh-TW</c:v>
                  </c:pt>
                  <c:pt idx="2">
                    <c:v>zh-CN</c:v>
                  </c:pt>
                  <c:pt idx="3">
                    <c:v>zh-HK</c:v>
                  </c:pt>
                  <c:pt idx="4">
                    <c:v>zh-SG</c:v>
                  </c:pt>
                  <c:pt idx="5">
                    <c:v>ko-KR</c:v>
                  </c:pt>
                  <c:pt idx="6">
                    <c:v>EU x6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86.7</c:v>
                </c:pt>
                <c:pt idx="1">
                  <c:v>84.8</c:v>
                </c:pt>
                <c:pt idx="2">
                  <c:v>27.5</c:v>
                </c:pt>
                <c:pt idx="3">
                  <c:v>6</c:v>
                </c:pt>
                <c:pt idx="4">
                  <c:v>6</c:v>
                </c:pt>
                <c:pt idx="5">
                  <c:v>4.8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3341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D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777240"/>
            <a:ext cx="502920" cy="50292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D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OMEGA  ·  PEARL_ARCHITECT  ·  SYSTEM-AUDIT MODE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77824" y="22860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Whole-System Status
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the Road to 100%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4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· Podcasts · Manga · Audiobooks · Video — the honest number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2026-06-12     ·     origin/main @ 99ee0ba40     ·     read-only, evidence-grounded     ·     no inflation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one-paragraph truth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four-axis pipeline </a:t>
            </a:r>
            <a:pPr indent="0" marL="0">
              <a:lnSpc>
                <a:spcPct val="112000"/>
              </a:lnSpc>
              <a:buNone/>
            </a:pPr>
            <a:r>
              <a:rPr lang="en-US" sz="1800" b="1" i="1" dirty="0">
                <a:solidFill>
                  <a:srgbClr val="46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 real artifacts end to end — it shipped one of each for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brand, one week, at $0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That is proof-of-life, not production.  Catalog-scale output is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B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0–3% per type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four of five pipelines have a broken last mile, atoms are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46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 (not 0.1%)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CJK is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46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for ja-JP/zh-TW (not single digits)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063240"/>
            <a:ext cx="2560320" cy="109728"/>
          </a:xfrm>
          <a:prstGeom prst="rect">
            <a:avLst/>
          </a:prstGeom>
          <a:solidFill>
            <a:srgbClr val="C8862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37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8580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shipped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content type)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83280" y="30632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3063240"/>
            <a:ext cx="2560320" cy="109728"/>
          </a:xfrm>
          <a:prstGeom prst="rect">
            <a:avLst/>
          </a:prstGeom>
          <a:solidFill>
            <a:srgbClr val="B0492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4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0–3%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2044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catalog-scale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today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3063240"/>
            <a:ext cx="2560320" cy="10972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8B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97.7%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5508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en-US atom coverage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the 0.1% myth)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052560" y="30632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52560" y="3063240"/>
            <a:ext cx="2560320" cy="10972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8B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8972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ja-JP / zh-TW atoms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single digits)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five content types stand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3703320"/>
                <a:gridCol w="3611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binding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Books / Pearl Prime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 trade-pub · 13% render · 98% atoms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scene_anchor blocks 87%; gates built-not-wired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Podcasts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 — 1 of 37 brands, en-US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 hardcoded to 1 brand; CJK endpoint 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 — 1 episode (V4, not V2)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multi-model all PROPOSED; CJK blocked_lora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6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 — 1 of 312 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comparator loop never run; CJK clips are Libri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49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canonical (30 bespoke one-offs)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voice-synth missing; upload CI broken; no 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5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key: BUILT = end-to-end &amp; producing at scale  ·  PARTIAL = MVP exists, not at scale / last mile unwired  ·  BROKEN = canonical path fails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Atoms — is it 100%?  No — but it's ~98%, not 0.1%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029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370332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46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97.7%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41248" y="2834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en-US Phase-A atom coverage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1,231 of 1,260 cells  ·  ~93% at the 3-variant floor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657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empty cells, in just 3 personas: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midlife_women 15  ·  educators 7  ·  nyc_executives 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4498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16,292 CANONICAL.txt on disk (measured live)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394960" cy="2331720"/>
          </a:xfrm>
          <a:prstGeom prst="rect">
            <a:avLst/>
          </a:prstGeom>
          <a:solidFill>
            <a:srgbClr val="FBF3E2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417320"/>
            <a:ext cx="109728" cy="2331720"/>
          </a:xfrm>
          <a:prstGeom prst="rect">
            <a:avLst/>
          </a:prstGeom>
          <a:solidFill>
            <a:srgbClr val="C8862F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'0.1% / 62,409-variant' figure is wrong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201168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Worktree-only, unmerged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on main; a sibling agent artifact.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False-zero counter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reports en-US=0 &amp; ja-JP=0 while thousands of real files exist (its own summary says CJK6 'full').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 denominator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13-locale grid; 72% is tier-P5 'operator-deferred'.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3977640"/>
            <a:ext cx="5394960" cy="114300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41148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atom gap = the teacher-bank overlay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= 0 for all 15 teachers · TEACHER_DOCTRINE = ahjan only.  Root cause of the F3 'off-doctrine' book defect.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not 100% — but the work to 100% is the overlay + 29 en-US cells + CJK voice, not 26,618 authoring hours.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CJK — strong on atoms; gated by voice &amp; infra, not authoring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6126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55448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0" y="1554480"/>
            <a:ext cx="109728" cy="141732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8" name="Text 5"/>
          <p:cNvSpPr/>
          <p:nvPr/>
        </p:nvSpPr>
        <p:spPr>
          <a:xfrm>
            <a:off x="7269480" y="16916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ja-JP 87% · zh-TW 85%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fluent translations (verified) — NOT single digits. zh-CN partial (28%); ko-KR / zh-HK / zh-SG thin; EU locales 0%.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040880" y="3154680"/>
            <a:ext cx="429768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329184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CJK production is data/infra-gated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CosyVoice2 endpoint unblocks podcast + audiobook + video at once.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CJK = zh blocked_lora.  Teacher-bank CJK = adi_da only.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9C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Char-vs-word: duration labels are word-based — must be char-aware for CJK.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Books / Pearl Prime — runs end-to-end; ~0% ships at trade-pub register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32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4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honesty correction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“27/30 bestseller” was draft profile —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 release_band = Reject, gates_hard=false.
</a:t>
            </a:r>
            <a:endParaRPr lang="en-US" sz="13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(26/200) reach render;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blocked pre-render at scene_anchor_density.
</a:t>
            </a:r>
            <a:endParaRPr lang="en-US" sz="13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Layer-1 machine gates pass — 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Layer-3 human read FAILS 2 of 3 chapters (F1–F4 defects).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937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Craft-gate stack — built, not wired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register_gate (F1–F7,F11)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921240" y="2157984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12" name="Text 10"/>
          <p:cNvSpPr/>
          <p:nvPr/>
        </p:nvSpPr>
        <p:spPr>
          <a:xfrm>
            <a:off x="9921240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· NOT WIRED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615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ship_readiness_aggregator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21240" y="2670048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B0492F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26700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default = 'registry'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921240" y="318211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18" name="Text 16"/>
          <p:cNvSpPr/>
          <p:nvPr/>
        </p:nvSpPr>
        <p:spPr>
          <a:xfrm>
            <a:off x="9921240" y="31821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(not spine)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639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dwell-beat / integration-pacing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21240" y="3694176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369417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41513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voice-zone gate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921240" y="420624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24" name="Text 22"/>
          <p:cNvSpPr/>
          <p:nvPr/>
        </p:nvSpPr>
        <p:spPr>
          <a:xfrm>
            <a:off x="9921240" y="42062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labels (8/10 wrong)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921240" y="4718304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27" name="Text 25"/>
          <p:cNvSpPr/>
          <p:nvPr/>
        </p:nvSpPr>
        <p:spPr>
          <a:xfrm>
            <a:off x="9921240" y="47183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SPEC'D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Manga — one episode rendered (V4); V2 multi-model proposed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32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rendered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ep_001 “The Alarm Is Lying” = 35 panels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V4 Qwen-Image single-model — the only real episode.
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(#1349) reused those V4 panels.
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= character refs, covers, 64×64 fixture stubs.
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B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35 panels placed the subject correctly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triggered the V5 ‘layered’ pivot (still feasibility-only).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937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554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multi-model — all PROPOSED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Qwen-Image (faces)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966960" y="2157984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21579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6151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(backgrounds)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966960" y="2670048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0" y="26700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ONLY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1272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Animagine XL (B&amp;W panels)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966960" y="3182112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18" name="Text 16"/>
          <p:cNvSpPr/>
          <p:nvPr/>
        </p:nvSpPr>
        <p:spPr>
          <a:xfrm>
            <a:off x="9966960" y="3182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SPEC'D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639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PuLID-FLUX (face-lock)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66960" y="3694176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0" y="3694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41513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ai-toolkit LoRA (cast)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966960" y="420624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B0492F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4206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V2 phases A–E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966960" y="4718304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C8862F"/>
          </a:solidFill>
          <a:ln/>
        </p:spPr>
      </p:sp>
      <p:sp>
        <p:nvSpPr>
          <p:cNvPr id="27" name="Text 25"/>
          <p:cNvSpPr/>
          <p:nvPr/>
        </p:nvSpPr>
        <p:spPr>
          <a:xfrm>
            <a:off x="9966960" y="47183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B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 manga: 0 episodes rendered (zh blocked_lora · ja-JP needs LINE Manga connector).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Podcast · Audiobook · Video — one MVP each, broken last mile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38328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Podcasts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8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2.7% 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1 of 37 brands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04672" y="32004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BUILT (assemble/render/RSS)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HARDCODED to 1 brand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upload untested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 0 — CosyVoice2 endpoint missing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417320"/>
            <a:ext cx="338328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Audiobooks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8056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8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0.3% 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1 of 312 books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07992" y="32004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CosyVoice2 $0 M4B works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loop NEVER run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narrator slots = config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CJK clips = Libri English stand-ins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1417320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1417320"/>
            <a:ext cx="338328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4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 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</a:rPr>
              <a:t>canonical pipeline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11312" y="320040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real MP4s — all bespoke one-offs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run_voice_synthesis.py MISSING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CI BROKEN (arg mismatch)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Brand-Admin-V2 video axis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cross-cutting pattern: last-mile wiring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5819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MVP-shipped-once ≠ producing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artifacts exist — for one brand, one week. Catalog-scale is 0–3% everywhere.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640080" cy="64008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is ~80% built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2186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20% is wiring, not design: gates unwired, crons single-brand, scripts missing.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640080" cy="64008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99592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Atoms are the least of the problems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4256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 en-US, ~85% ja-JP/zh-TW. The bottlenecks are downstream of authoring.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640080" cy="64008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21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520293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CJK is data/infra-gated, not atom-gated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6327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ja-JP/zh-TW atoms are ~85%. One CosyVoice2 endpoint unblocks three content types.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unblocks the most — do these first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789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91056"/>
            <a:ext cx="457200" cy="45720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17320" y="1417320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scene_anchor_density 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books blocked pre-render — gates books → audiobooks → CJK.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0789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23744"/>
            <a:ext cx="457200" cy="45720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17320" y="2350008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 the books gate stack 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register_gate → ship_readiness → flip pipeline default to spine.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0789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456432"/>
            <a:ext cx="457200" cy="45720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17320" y="3282696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Provision 1 CosyVoice2 endpoint 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CJK across podcast + audiobook + video at once.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15384"/>
            <a:ext cx="10789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417320" y="4215384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Teacher-bank overlay backfill 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+ TEACHER_DOCTRINE for 15 teachers → fixes off-doctrine, unblocks trade-pub.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148072"/>
            <a:ext cx="10789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5321808"/>
            <a:ext cx="457200" cy="457200"/>
          </a:xfrm>
          <a:prstGeom prst="ellipse">
            <a:avLst/>
          </a:pr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417320" y="5148072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Last-mile wiring sweep 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37-brand cron · video voice+upload · audiobook loop · manga ep_001 publish.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5216" y="0"/>
            <a:ext cx="146304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to 100% — three waves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3383280" cy="96012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8132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1 · days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8745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5 MVPs into 37-brand pipelines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260604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pipeline default → spine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register_gate + ship_readiness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video upload-CI + voice-synth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podcast cron across 37 brands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manga ep_001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CosyVoice2 endpoint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audiobook staging proof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417320"/>
            <a:ext cx="3383280" cy="960120"/>
          </a:xfrm>
          <a:prstGeom prst="rect">
            <a:avLst/>
          </a:prstGeom>
          <a:solidFill>
            <a:srgbClr val="C8862F"/>
          </a:solidFill>
          <a:ln/>
        </p:spPr>
      </p:sp>
      <p:sp>
        <p:nvSpPr>
          <p:cNvPr id="12" name="Text 10"/>
          <p:cNvSpPr/>
          <p:nvPr/>
        </p:nvSpPr>
        <p:spPr>
          <a:xfrm>
            <a:off x="4453128" y="148132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2 · weeks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3128" y="18745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scale + CJK voice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89704" y="260604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scene_anchor_density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Teacher-bank overlay backfill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fix (char-aware for CJK)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CJK native voice corpora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ep_002 + V5 layered render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audiobook comparator at scale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41732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0" y="1417320"/>
            <a:ext cx="338328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8156448" y="1481328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 3 · months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56448" y="18745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0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Operator-gated catalog build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93024" y="2606040"/>
            <a:ext cx="29077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V2 layered (Phase A–E)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Pearl_Conductor v3 full-queue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37-brand schema migration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Dwell-beat + voice-zone gates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EU-locale expansion (P5/deferred)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777240"/>
            <a:ext cx="457200" cy="45720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bottom 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can produce all five content types — it has, once.
</a:t>
            </a:r>
            <a:endParaRPr lang="en-US" sz="2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CE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100% is wiring the last mile, closing the teacher-bank overlay, and provisioning CJK voice — not authoring atoms.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4297680"/>
            <a:ext cx="10607040" cy="1005840"/>
          </a:xfrm>
          <a:prstGeom prst="rect">
            <a:avLst/>
          </a:prstGeom>
          <a:solidFill>
            <a:srgbClr val="5E8B7E"/>
          </a:solidFill>
          <a:ln w="12700">
            <a:solidFill>
              <a:srgbClr val="DAD2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4297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400" dirty="0">
                <a:solidFill>
                  <a:srgbClr val="10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reviews this deck → prioritizes the 5-step critical path → routes the highest-leverage gap-closing work (atom-backfill + craft-gate wiring + per-subsystem last-mile).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6172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artifacts/audit/system_status_audit_20260611/ — SYSTEM_STATUS_AUDIT.md · ROADMAP_TO_100.md · system_coverage.tsv · this deck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Phoenix Omega — Whole-System Status &amp; Roadmap to 100%</dc:title>
  <dc:subject>PptxGenJS Presentation</dc:subject>
  <dc:creator>Pearl_Architect</dc:creator>
  <cp:lastModifiedBy>Pearl_Architect</cp:lastModifiedBy>
  <cp:revision>1</cp:revision>
  <dcterms:created xsi:type="dcterms:W3CDTF">2026-06-12T16:08:48Z</dcterms:created>
  <dcterms:modified xsi:type="dcterms:W3CDTF">2026-06-12T16:08:48Z</dcterms:modified>
</cp:coreProperties>
</file>
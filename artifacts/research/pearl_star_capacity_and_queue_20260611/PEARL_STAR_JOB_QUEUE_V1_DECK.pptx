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2560320"/>
            <a:ext cx="164592" cy="19202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233172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PEARL_RESEARCH · OPERATOR BRIEF · 2026-06-11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2788920"/>
            <a:ext cx="1051560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 i="0">
                <a:solidFill>
                  <a:srgbClr val="FAF6F0"/>
                </a:solidFill>
                <a:latin typeface="Cormorant Garamond"/>
              </a:rPr>
              <a:t>Pearl Star Job Queue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1148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i="1">
                <a:solidFill>
                  <a:srgbClr val="FAF6F0"/>
                </a:solidFill>
                <a:latin typeface="Cormorant Garamond"/>
              </a:rPr>
              <a:t>Persistent · GPU-aware · Stall-recovering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9377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C0B0"/>
                </a:solidFill>
                <a:latin typeface="DM Mono"/>
              </a:rPr>
              <a:t>Cap entry: PEARL-STAR-JOB-QUEUE-V1-01 (PROPOSAL)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CC0B0"/>
                </a:solidFill>
                <a:latin typeface="DM Mono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Why we need a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0584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70000"/>
              </a:lnSpc>
            </a:pPr>
            <a:r>
              <a:rPr sz="12000" b="0" i="0">
                <a:solidFill>
                  <a:srgbClr val="D97706"/>
                </a:solidFill>
                <a:latin typeface="Cormorant Garamond"/>
              </a:rPr>
              <a:t>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103120"/>
            <a:ext cx="91440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 i="1">
                <a:solidFill>
                  <a:srgbClr val="0E0A06"/>
                </a:solidFill>
                <a:latin typeface="Cormorant Garamond"/>
              </a:rPr>
              <a:t>Every time we run something there's a hiccup — image, TTS, LLM jobs stall, the server hangs, work disappears. I want to queue 1,000 book covers + 1,000 manga panels + a podcast + LLM batch — and if the server reboots, the queue picks up where it left off.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66928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— Operator, May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1 · HARDWARE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Pearl Star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2743200" cy="20116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0311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E0A06"/>
                </a:solidFill>
                <a:latin typeface="Cormorant Garamond"/>
              </a:rPr>
              <a:t>1×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7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RTX 5070 Ti GPU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16 GB VRAM ceiling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3410712" y="1874519"/>
            <a:ext cx="2743200" cy="20116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10712" y="1874519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93592" y="210311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E0A06"/>
                </a:solidFill>
                <a:latin typeface="Cormorant Garamond"/>
              </a:rPr>
              <a:t>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93592" y="29717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CPU threads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3592" y="329183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AMD Ryzen 7 7700 · 8c/16t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2784" y="1874519"/>
            <a:ext cx="2743200" cy="20116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72784" y="1874519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55664" y="210311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E0A06"/>
                </a:solidFill>
                <a:latin typeface="Cormorant Garamond"/>
              </a:rPr>
              <a:t>64 GB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55664" y="29717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55664" y="329183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57 GiB available at idle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34856" y="1874519"/>
            <a:ext cx="2743200" cy="201168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34856" y="1874519"/>
            <a:ext cx="274320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7736" y="2103119"/>
            <a:ext cx="23774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200" b="1" i="0">
                <a:solidFill>
                  <a:srgbClr val="0E0A06"/>
                </a:solidFill>
                <a:latin typeface="Cormorant Garamond"/>
              </a:rPr>
              <a:t>1.5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7736" y="297179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Free NVMe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7736" y="3291839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Single drive · 17 % used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297680"/>
            <a:ext cx="11091672" cy="128016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480560"/>
            <a:ext cx="10515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THE CONSTRAINT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800600"/>
            <a:ext cx="10515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0" i="1">
                <a:solidFill>
                  <a:srgbClr val="FAF6F0"/>
                </a:solidFill>
                <a:latin typeface="Cormorant Garamond"/>
              </a:rPr>
              <a:t>One GPU = serial-by-default for VRAM-heavy work. The queue's job is to honor that constraint while keeping CPU-friendly work parallel.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Ubuntu 24.04 LTS · 47-day uptime · Tailscale-reached at pearlstar.tail7fd910.ts.net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1 · SOFTWARE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What's installed today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92023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ComfyUI 0.18.1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22199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Image generation server · port 8188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2011679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Mono"/>
              </a:rPr>
              <a:t>Manual-start (not systemd)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06039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65175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Ollama systemd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95351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LLM server · port 11434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0" y="2743199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Mono"/>
              </a:rPr>
              <a:t>gemma3:27b (17 GB) + qwen2.5:14b (9 GB)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37559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38327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CosyVoice2 0.5B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68503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TTS · port 9880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3474719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Mono"/>
              </a:rPr>
              <a:t>INSTALLED — not currently running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069079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1479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Image models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441655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173 GB on disk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0" y="4206239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Mono"/>
              </a:rPr>
              <a:t>flux-dev-fp8 · flux-schnell-fp8 · Qwen-Image · Animagine XL 4.0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00599"/>
            <a:ext cx="73152" cy="65836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846319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Custom nodes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148071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Sans"/>
              </a:rPr>
              <a:t>ComfyUI extensions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0" y="4937759"/>
            <a:ext cx="79552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Mono"/>
              </a:rPr>
              <a:t>PuLID Flux + SDXL · HandFixer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69280"/>
            <a:ext cx="1109167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5733288"/>
            <a:ext cx="105156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No queue · no broker · blank slate for Phase A install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DECOMPOSITION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The 4 workload classes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5532120" cy="18288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2057399"/>
            <a:ext cx="914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5739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T2I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103119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0A06"/>
                </a:solidFill>
                <a:latin typeface="Cormorant Garamond"/>
              </a:rPr>
              <a:t>Text-to-Image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79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flux-schnell · flux-dev (H1=A) · Qwen-Image · Animagine XL 4.0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63239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6–240 s per image · VRAM-heavy · cap = 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99632" y="1874519"/>
            <a:ext cx="5532120" cy="18288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82512" y="2057399"/>
            <a:ext cx="914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2512" y="2057399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TTS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9792" y="2103119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0A06"/>
                </a:solidFill>
                <a:latin typeface="Cormorant Garamond"/>
              </a:rPr>
              <a:t>Text-to-Speech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28232" y="2697479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CosyVoice2 (CJK) · Piper (EN)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3063239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5–15 s per segment · CPU-friendly · cap = 2–8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849623"/>
            <a:ext cx="5532120" cy="18288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4032503"/>
            <a:ext cx="914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03250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4078223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0A06"/>
                </a:solidFill>
                <a:latin typeface="Cormorant Garamond"/>
              </a:rPr>
              <a:t>Large Language Model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672583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Ollama qwen2.5:14b · gemma3:27b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038343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4–25 s per 200 tokens · VRAM-heavy · cap = 1–2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99632" y="3849623"/>
            <a:ext cx="5532120" cy="18288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382512" y="4032503"/>
            <a:ext cx="914400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82512" y="4032503"/>
            <a:ext cx="9144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ORCH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79792" y="4078223"/>
            <a:ext cx="40690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000" b="1" i="0">
                <a:solidFill>
                  <a:srgbClr val="0E0A06"/>
                </a:solidFill>
                <a:latin typeface="Cormorant Garamond"/>
              </a:rPr>
              <a:t>Pipeline orchestration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8232" y="4672583"/>
            <a:ext cx="50749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Pearl_Prime book · Manga V2 · Audiobook · Podcast · Video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28232" y="5038343"/>
            <a:ext cx="507492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Multi-stage composition · CPU-only · cap = 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3F35"/>
                </a:solidFill>
                <a:latin typeface="Cormorant Garamond"/>
              </a:rPr>
              <a:t>Every Phoenix Omega job decomposes into one of these four classes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2 · CONCURRENCY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What actually runs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5532120" cy="4023360"/>
          </a:xfrm>
          <a:prstGeom prst="rect">
            <a:avLst/>
          </a:prstGeom>
          <a:solidFill>
            <a:srgbClr val="E6F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5532120" cy="502920"/>
          </a:xfrm>
          <a:prstGeom prst="rect">
            <a:avLst/>
          </a:prstGeom>
          <a:solidFill>
            <a:srgbClr val="2D6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5532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Sans"/>
              </a:rPr>
              <a:t>SAFE — run together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1× flux + 1× CosyVoice2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63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1× flux-dev + 1× CosyVoice2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66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1× Qwen-Image + 1× CosyVoice2  (slow)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69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1× Ollama qwen14b + 1× TTS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572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4× CosyVoice2 in parallel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074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✓  8× Piper in parallel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874519"/>
            <a:ext cx="5532120" cy="4023360"/>
          </a:xfrm>
          <a:prstGeom prst="rect">
            <a:avLst/>
          </a:prstGeom>
          <a:solidFill>
            <a:srgbClr val="F4E2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9632" y="1874519"/>
            <a:ext cx="5532120" cy="502920"/>
          </a:xfrm>
          <a:prstGeom prst="rect">
            <a:avLst/>
          </a:prstGeom>
          <a:solidFill>
            <a:srgbClr val="A032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99632" y="1874519"/>
            <a:ext cx="5532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Sans"/>
              </a:rPr>
              <a:t>UNSAFE — serialize via /free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73952" y="25603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2× flux concurrent on one GPU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2" y="306324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1× flux + Ollama gemma3:27b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2" y="356616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1× Qwen-Image + any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2" y="406908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1× flux-dev + 1× Ollama qwen14b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45720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Anything VRAM-heavy + Qwen-Image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507492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0" i="0">
                <a:solidFill>
                  <a:srgbClr val="0E0A06"/>
                </a:solidFill>
                <a:latin typeface="DM Mono"/>
              </a:rPr>
              <a:t>✗  Any two t2i engines concurrent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0350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i="1">
                <a:solidFill>
                  <a:srgbClr val="4A3F35"/>
                </a:solidFill>
                <a:latin typeface="Cormorant Garamond"/>
              </a:rPr>
              <a:t>VRAM is the bottleneck — not threads.  Queue serializes VRAM-heavy work; runs CPU-heavy work concurrently.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THE SIZING RULE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11091672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AF6F0"/>
                </a:solidFill>
                <a:latin typeface="Cormorant Garamond"/>
              </a:rPr>
              <a:t>One job =</a:t>
            </a:r>
          </a:p>
          <a:p>
            <a:pPr algn="l">
              <a:lnSpc>
                <a:spcPct val="100000"/>
              </a:lnSpc>
            </a:pPr>
            <a:r>
              <a:rPr sz="8000" b="1" i="0">
                <a:solidFill>
                  <a:srgbClr val="FAF6F0"/>
                </a:solidFill>
                <a:latin typeface="Cormorant Garamond"/>
              </a:rPr>
              <a:t>one GPU dispatch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74903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FAF6F0"/>
                </a:solidFill>
                <a:latin typeface="DM Mono"/>
              </a:rPr>
              <a:t>1,000 book covers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49240" y="374903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D97706"/>
                </a:solidFill>
                <a:latin typeface="DM Mono"/>
              </a:rPr>
              <a:t>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3749039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Mono"/>
              </a:rPr>
              <a:t>1,000 jobs   (NOT 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3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FAF6F0"/>
                </a:solidFill>
                <a:latin typeface="DM Mono"/>
              </a:rPr>
              <a:t>30-min podcast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420623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D97706"/>
                </a:solidFill>
                <a:latin typeface="DM Mono"/>
              </a:rPr>
              <a:t>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89320" y="4206239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Mono"/>
              </a:rPr>
              <a:t>60 × 30-s TTS jobs   (NOT 1)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466343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FAF6F0"/>
                </a:solidFill>
                <a:latin typeface="DM Mono"/>
              </a:rPr>
              <a:t>1 Pearl_Prime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466343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D97706"/>
                </a:solidFill>
                <a:latin typeface="DM Mono"/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89320" y="4663439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Mono"/>
              </a:rPr>
              <a:t>~30–100 atom jobs   (NOT 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120639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500" b="0" i="0">
                <a:solidFill>
                  <a:srgbClr val="FAF6F0"/>
                </a:solidFill>
                <a:latin typeface="DM Mono"/>
              </a:rPr>
              <a:t>12 manga panels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5120639"/>
            <a:ext cx="5486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500" b="1" i="0">
                <a:solidFill>
                  <a:srgbClr val="D97706"/>
                </a:solidFill>
                <a:latin typeface="DM Mono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5120639"/>
            <a:ext cx="56692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FAF6F0"/>
                </a:solidFill>
                <a:latin typeface="DM Mono"/>
              </a:rPr>
              <a:t>12 jobs per chapter   (NOT 1)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91672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600" b="0" i="1">
                <a:solidFill>
                  <a:srgbClr val="D97706"/>
                </a:solidFill>
                <a:latin typeface="Cormorant Garamond"/>
              </a:rPr>
              <a:t>Never bundle.  Always inspect per-unit.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CC0B0"/>
                </a:solidFill>
                <a:latin typeface="DM Mono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3 · QUEUE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Top 3 candidates side-by-side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3694176" cy="4206240"/>
          </a:xfrm>
          <a:prstGeom prst="rect">
            <a:avLst/>
          </a:prstGeom>
          <a:solidFill>
            <a:srgbClr val="E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3694176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6007607"/>
            <a:ext cx="3694176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57399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PROCRASTINATE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19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★ RECOMMENDED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79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0A06"/>
                </a:solidFill>
                <a:latin typeface="Cormorant Garamond"/>
              </a:rPr>
              <a:t>91 / 125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033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Postgres-backed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06907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ACID durability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43483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MIT license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59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Async-first Python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6635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One dependency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5321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52K jobs/hr capacity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15968" y="1874519"/>
            <a:ext cx="3694176" cy="42062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98848" y="2057399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DRAMATIQ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98848" y="2560319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A3F35"/>
                </a:solidFill>
                <a:latin typeface="DM Mono"/>
              </a:rPr>
              <a:t>FALLBACK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2926079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0A06"/>
                </a:solidFill>
                <a:latin typeface="Cormorant Garamond"/>
              </a:rPr>
              <a:t>84 / 125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44568" y="37033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Redis-backed (Valkey BSD)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44568" y="406907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Acks-when-done by default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44568" y="443483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LGPL-3 library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4568" y="480059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Simple ops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516635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Mature retry + DLQ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55321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Lighter than Postgres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3296" y="1874519"/>
            <a:ext cx="3694176" cy="420624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66176" y="2057399"/>
            <a:ext cx="33284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CELERY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66176" y="2560319"/>
            <a:ext cx="332841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4A3F35"/>
                </a:solidFill>
                <a:latin typeface="DM Mono"/>
              </a:rPr>
              <a:t>DEFER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66176" y="2926079"/>
            <a:ext cx="3328416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0E0A06"/>
                </a:solidFill>
                <a:latin typeface="Cormorant Garamond"/>
              </a:rPr>
              <a:t>67 / 125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11896" y="37033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Ack-early DEFAULT = foot-gun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11896" y="406907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Requires careful config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11896" y="443483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BSD license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11896" y="480059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Largest ecosystem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11896" y="516635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Battle-tested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11896" y="5532119"/>
            <a:ext cx="323697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0E0A06"/>
                </a:solidFill>
                <a:latin typeface="DM Sans"/>
              </a:rPr>
              <a:t>•  Heavy for solo operator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PRIMARY RECOMMENDATION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Why Procrastinate wins for Pearl Star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87451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ACID durability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59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Survives kill -9, server crash, power loss — Postgres WAL replay is the spec's hard requirement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715767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715767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715767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One dependency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035807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Postgres earns its keep beyond the queue: Pearl_PM tracker, dashboard, Pearl News metadata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557015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557015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3557015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Python-async native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3877055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Fits Pearl_Prime + audiobook comparator + manga dispatcher patterns out-of-box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398263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398263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4398263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Commercial-clean license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4718303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MIT — no contagion risk, no SSPL/AGPL ambiguity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239511"/>
            <a:ext cx="548640" cy="54864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239511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200" b="1" i="0">
                <a:solidFill>
                  <a:srgbClr val="0E0A06"/>
                </a:solidFill>
                <a:latin typeface="Cormorant Garamo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239511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Proven scale headroom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80160" y="5559551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52,000 jobs/hr on single instance · Pearl Star's ceiling is ~10K jobs/day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00800"/>
            <a:ext cx="11064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Sources: github.com/procrastinate-org/procrastinate · techplained.com/postgres-as-queue · 45 total citations in QUEUE_RESEARCH.md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GPU OVERLAY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ComfyUI-Persistent-Queue (the belt-and-suspenders)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2606040" cy="2103120"/>
          </a:xfrm>
          <a:prstGeom prst="rect">
            <a:avLst/>
          </a:prstGeom>
          <a:solidFill>
            <a:srgbClr val="FAF6F0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237744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PEARL_STAR_QUEUE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Procrastinate + Postgres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8404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Durable work-list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72968" y="33375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D97706"/>
                </a:solidFill>
                <a:latin typeface="DM Sans"/>
              </a:rPr>
              <a:t>▶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01568" y="2377440"/>
            <a:ext cx="2606040" cy="2103120"/>
          </a:xfrm>
          <a:prstGeom prst="rect">
            <a:avLst/>
          </a:prstGeom>
          <a:solidFill>
            <a:srgbClr val="FAF6F0"/>
          </a:solidFill>
          <a:ln w="9525">
            <a:solidFill>
              <a:srgbClr val="6B5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401568" y="237744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38728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DISPATCH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1-at-a-time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38404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/prompt + /free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25896" y="33375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D97706"/>
                </a:solidFill>
                <a:latin typeface="DM Sans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54496" y="2377440"/>
            <a:ext cx="2606040" cy="2103120"/>
          </a:xfrm>
          <a:prstGeom prst="rect">
            <a:avLst/>
          </a:prstGeom>
          <a:solidFill>
            <a:srgbClr val="FAF6F0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54496" y="237744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91656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COMFYUI + PQ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91656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Custom node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91656" y="38404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Now persistent across restart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3337560"/>
            <a:ext cx="2103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D97706"/>
                </a:solidFill>
                <a:latin typeface="DM Sans"/>
              </a:rPr>
              <a:t>▶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07424" y="2377440"/>
            <a:ext cx="2606040" cy="2103120"/>
          </a:xfrm>
          <a:prstGeom prst="rect">
            <a:avLst/>
          </a:prstGeom>
          <a:solidFill>
            <a:srgbClr val="0E0A06"/>
          </a:solidFill>
          <a:ln w="9525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07424" y="2377440"/>
            <a:ext cx="2606040" cy="7315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44584" y="2651760"/>
            <a:ext cx="2331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RTX 5070 Ti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44584" y="31546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AF6F0"/>
                </a:solidFill>
                <a:latin typeface="Cormorant Garamond"/>
              </a:rPr>
              <a:t>16 GB VRAM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3840480"/>
            <a:ext cx="23317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 i="0">
                <a:solidFill>
                  <a:srgbClr val="CCC0B0"/>
                </a:solidFill>
                <a:latin typeface="DM Sans"/>
              </a:rPr>
              <a:t>The contended resource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12064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E0A06"/>
                </a:solidFill>
                <a:latin typeface="DM Sans"/>
              </a:rPr>
              <a:t>ComfyUI's in-process queue is fast but loses jobs on Pearl Star reboot.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E0A06"/>
                </a:solidFill>
                <a:latin typeface="DM Sans"/>
              </a:rPr>
              <a:t>The community ComfyUI-Persistent-Queue custom node adds reboot-resume to it.</a:t>
            </a:r>
          </a:p>
          <a:p>
            <a:pPr algn="l">
              <a:lnSpc>
                <a:spcPct val="150000"/>
              </a:lnSpc>
            </a:pPr>
            <a:r>
              <a:rPr sz="1400" b="0" i="0">
                <a:solidFill>
                  <a:srgbClr val="0E0A06"/>
                </a:solidFill>
                <a:latin typeface="DM Sans"/>
              </a:rPr>
              <a:t>Pearl_Star_queue is the system-wide work-list; ComfyUI's queue is the GPU-arbiter slice.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4 · STALL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Heartbeat + Watchdog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1091672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93391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06"/>
                </a:solidFill>
                <a:latin typeface="DM Mono"/>
              </a:rPr>
              <a:t>00 : 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947671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Worker emits heartbeat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240279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Every 30 s · phase, elapsed, VRAM, GPU util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660903"/>
            <a:ext cx="11091672" cy="713232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660903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779775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06"/>
                </a:solidFill>
                <a:latin typeface="DM Mono"/>
              </a:rPr>
              <a:t>01 : 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734055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Watchdog tick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0" y="3026663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Every 60 s · reads all heartbeat journals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447287"/>
            <a:ext cx="11091672" cy="713232"/>
          </a:xfrm>
          <a:prstGeom prst="rect">
            <a:avLst/>
          </a:prstGeom>
          <a:solidFill>
            <a:srgbClr val="F7E7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3447287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566159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06"/>
                </a:solidFill>
                <a:latin typeface="DM Mono"/>
              </a:rPr>
              <a:t>02 : 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3520439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STALL_WARN logged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813047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elapsed &gt; 2× expected · operator alert file-drop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4233671"/>
            <a:ext cx="11091672" cy="713232"/>
          </a:xfrm>
          <a:prstGeom prst="rect">
            <a:avLst/>
          </a:prstGeom>
          <a:solidFill>
            <a:srgbClr val="EFCBB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233671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352543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06"/>
                </a:solidFill>
                <a:latin typeface="DM Mono"/>
              </a:rPr>
              <a:t>03 : 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4306823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STALL_KILL fired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0" y="4599431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elapsed &gt; 3× expected · SIGTERM → 10 s → SIGKILL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020055"/>
            <a:ext cx="11091672" cy="713232"/>
          </a:xfrm>
          <a:prstGeom prst="rect">
            <a:avLst/>
          </a:prstGeom>
          <a:solidFill>
            <a:srgbClr val="EAB7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5020055"/>
            <a:ext cx="73152" cy="713232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138927"/>
            <a:ext cx="1371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D97706"/>
                </a:solidFill>
                <a:latin typeface="DM Mono"/>
              </a:rPr>
              <a:t>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093207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0E0A06"/>
                </a:solidFill>
                <a:latin typeface="DM Sans"/>
              </a:rPr>
              <a:t>CRASHED detected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86000" y="5385815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Heartbeat silent &gt; 90 s · fresh worker dispatches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08076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D97706"/>
                </a:solidFill>
                <a:latin typeface="Cormorant Garamond"/>
              </a:rPr>
              <a:t>The operator's “every minute we check” becomes an automated SLA — no human polling needed.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4 ·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Auto-recovery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713232" cy="713232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D97706"/>
                </a:solidFill>
                <a:latin typeface="Cormorant 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90195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0A06"/>
                </a:solidFill>
                <a:latin typeface="DM Sans"/>
              </a:rPr>
              <a:t>Detect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219456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Watchdog observes stall or crash via heartbeat journal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51760"/>
            <a:ext cx="713232" cy="713232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5176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D97706"/>
                </a:solidFill>
                <a:latin typeface="Cormorant 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72491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0A06"/>
                </a:solidFill>
                <a:latin typeface="DM Sans"/>
              </a:rPr>
              <a:t>Kill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301752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SIGTERM → 10 s grace → SIGKILL · verify exit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474720"/>
            <a:ext cx="713232" cy="713232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47472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D97706"/>
                </a:solidFill>
                <a:latin typeface="Cormorant 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63040" y="354787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0A06"/>
                </a:solidFill>
                <a:latin typeface="DM Sans"/>
              </a:rPr>
              <a:t>Verify VRAM reclaim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84048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Poll nvidia-smi until worker's footprint frees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297680"/>
            <a:ext cx="713232" cy="713232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29768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D97706"/>
                </a:solidFill>
                <a:latin typeface="Cormorant Garamo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437083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0A06"/>
                </a:solidFill>
                <a:latin typeface="DM Sans"/>
              </a:rPr>
              <a:t>Retry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6344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Mark auto_killed · apply retry policy per workload class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713232" cy="713232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713232" cy="7132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3200" b="1" i="0">
                <a:solidFill>
                  <a:srgbClr val="D97706"/>
                </a:solidFill>
                <a:latin typeface="Cormorant Garamo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63040" y="5193792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0E0A06"/>
                </a:solidFill>
                <a:latin typeface="DM Sans"/>
              </a:rPr>
              <a:t>Dead-letter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54864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Sans"/>
              </a:rPr>
              <a:t>Retries exhausted → operator-review queue with full forensics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989320"/>
            <a:ext cx="11091672" cy="4572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Mono"/>
              </a:rPr>
              <a:t>Retry budget per workload class:  t2i = 1  ·  llm = 2  ·  tts = 1  ·  orch =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OPERATOR CONTROL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pscli — your queue command 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28800"/>
            <a:ext cx="11091672" cy="402336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28800"/>
            <a:ext cx="11091672" cy="320040"/>
          </a:xfrm>
          <a:prstGeom prst="rect">
            <a:avLst/>
          </a:prstGeom>
          <a:solidFill>
            <a:srgbClr val="1F18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65376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CCC0B0"/>
                </a:solidFill>
                <a:latin typeface="DM Mono"/>
              </a:rPr>
              <a:t>pearl_star · zsh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3172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status                       # queue depth + active workers + recent stalls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6090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list --workload t2i --status 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9008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inspect &lt;job_id&gt;             # full job + heartbeat history + retries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1927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pause                        # halt dispatch (current jobs complete)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64845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resume                       # resume dispatch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977640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drain                        # finish current; accept no new (pre-reboot)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06824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kill &lt;job_id&gt;                # manual SIGTERM → SIGKILL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36008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requeue &lt;job_id&gt;             # auto_killed / dead_letter → pending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965192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vram-snapshot                # nvidia-smi diff vs last call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294376"/>
            <a:ext cx="10515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$ pscli unload-comfyui               # POST /free to ComfyUI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4A3F35"/>
                </a:solidFill>
                <a:latin typeface="Cormorant Garamond"/>
              </a:rPr>
              <a:t>CLI from Day 1 · Web UI (Prometheus + Grafana) lands in Phase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6 · ROLLOUT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Phased install — A → B → C → 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2743200" cy="4206240"/>
          </a:xfrm>
          <a:prstGeom prst="rect">
            <a:avLst/>
          </a:prstGeom>
          <a:solidFill>
            <a:srgbClr val="E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743200" cy="8686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6595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D97706"/>
                </a:solidFill>
                <a:latin typeface="Cormorant Garamond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8035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Foundation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291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3-4 h · Pearl_Int session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033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Install Postgres 17 + Procrastinate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1605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Install ComfyUI-Persistent-Queue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177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Add 6 systemd units (queue + watchdog + ComfyUI + CosyVoice2)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074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Dogfood 1 workload (flux-schnell book covers)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321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Acceptance: reboot-resume + stall + crash tests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447288" y="1874519"/>
            <a:ext cx="2743200" cy="4206240"/>
          </a:xfrm>
          <a:prstGeom prst="rect">
            <a:avLst/>
          </a:prstGeom>
          <a:solidFill>
            <a:srgbClr val="E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47288" y="1874519"/>
            <a:ext cx="2743200" cy="8686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47288" y="196595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D97706"/>
                </a:solidFill>
                <a:latin typeface="Cormorant Garamond"/>
              </a:rPr>
              <a:t>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88035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Four workloads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30168" y="3291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4-6 h · Pearl_Dev session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30168" y="37033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Add llm + tts + orch worker pools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30168" y="41605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Wire config/pipeline_registry.yaml stages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30168" y="46177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Migrate manga / audiobook / podcast dispatchers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30168" y="5074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Optional: vLLM as Ollama replacement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30168" y="55321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Acceptance: composite scenario completes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45936" y="1874519"/>
            <a:ext cx="2743200" cy="4206240"/>
          </a:xfrm>
          <a:prstGeom prst="rect">
            <a:avLst/>
          </a:prstGeom>
          <a:solidFill>
            <a:srgbClr val="EFE2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45936" y="1874519"/>
            <a:ext cx="2743200" cy="8686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45936" y="196595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D97706"/>
                </a:solidFill>
                <a:latin typeface="Cormorant Garamond"/>
              </a:rPr>
              <a:t>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28816" y="288035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Operator dashboard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28816" y="3291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6-8 h · Pearl_Dev + Pearl_Int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28816" y="37033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Install Prometheus + Grafana (self-hosted)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28816" y="41605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Add nvidia_dcgm + node + queue exporters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28816" y="46177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Provision Grafana dashboards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28816" y="5074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Wire Pearl_PM tracker integration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28816" y="55321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Optional: Prefect 3 web UI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244584" y="1874519"/>
            <a:ext cx="2743200" cy="4206240"/>
          </a:xfrm>
          <a:prstGeom prst="rect">
            <a:avLst/>
          </a:prstGeom>
          <a:solidFill>
            <a:srgbClr val="E8E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9244584" y="1874519"/>
            <a:ext cx="2743200" cy="8686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44584" y="1965959"/>
            <a:ext cx="27432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4400" b="1" i="0">
                <a:solidFill>
                  <a:srgbClr val="D97706"/>
                </a:solidFill>
                <a:latin typeface="Cormorant Garamond"/>
              </a:rPr>
              <a:t>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27464" y="2880359"/>
            <a:ext cx="23774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0E0A06"/>
                </a:solidFill>
                <a:latin typeface="Cormorant Garamond"/>
              </a:rPr>
              <a:t>Multi-node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27464" y="32918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4A3F35"/>
                </a:solidFill>
                <a:latin typeface="DM Mono"/>
              </a:rPr>
              <a:t>FUTURE · only when Pearl Star 2 exists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27464" y="37033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Add Pearl Star 2 / 3 (additional GPU boxes)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27464" y="41605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Multi-machine Procrastinate worker pool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427464" y="46177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Optional: Ray for true GPU-aware scheduling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27464" y="50749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Per-machine nvidia-smi reporting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27464" y="5532119"/>
            <a:ext cx="237744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0E0A06"/>
                </a:solidFill>
                <a:latin typeface="DM Sans"/>
              </a:rPr>
              <a:t>•  Not in V1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WHAT THIS UNBLOCKS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97280"/>
            <a:ext cx="11091672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AF6F0"/>
                </a:solidFill>
                <a:latin typeface="Cormorant Garamond"/>
              </a:rPr>
              <a:t>Queue 1,000 covers + 1,000 panels + a podcast + LLM batch.</a:t>
            </a:r>
          </a:p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AF6F0"/>
                </a:solidFill>
                <a:latin typeface="Cormorant Garamond"/>
              </a:rPr>
              <a:t>Reboot the server mid-batch.</a:t>
            </a:r>
          </a:p>
          <a:p>
            <a:pPr algn="l">
              <a:lnSpc>
                <a:spcPct val="125000"/>
              </a:lnSpc>
            </a:pPr>
            <a:r>
              <a:rPr sz="3000" b="1" i="0">
                <a:solidFill>
                  <a:srgbClr val="FAF6F0"/>
                </a:solidFill>
                <a:latin typeface="Cormorant Garamond"/>
              </a:rPr>
              <a:t>Every job completes.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411480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1148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DM Sans"/>
              </a:rPr>
              <a:t>Pearl_Prime $-maker scenario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411480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C0B0"/>
                </a:solidFill>
                <a:latin typeface="DM Sans"/>
              </a:rPr>
              <a:t>800 high-confidence configs all queued, dispatchable in any order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70916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0916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DM Sans"/>
              </a:rPr>
              <a:t>Pearl News daily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70916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C0B0"/>
                </a:solidFill>
                <a:latin typeface="DM Sans"/>
              </a:rPr>
              <a:t>25–75 LLM atoms queued · runs unattended overnight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530352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530352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DM Sans"/>
              </a:rPr>
              <a:t>Audiobook + podcast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530352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C0B0"/>
                </a:solidFill>
                <a:latin typeface="DM Sans"/>
              </a:rPr>
              <a:t>TTS-heavy work parallelized to CPU concurrency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5897880"/>
            <a:ext cx="73152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89788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FAF6F0"/>
                </a:solidFill>
                <a:latin typeface="DM Sans"/>
              </a:rPr>
              <a:t>Manga V2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5897880"/>
            <a:ext cx="66751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CCC0B0"/>
                </a:solidFill>
                <a:latin typeface="DM Sans"/>
              </a:rPr>
              <a:t>Per-panel inspect-on-failure instead of chapter-level loss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CC0B0"/>
                </a:solidFill>
                <a:latin typeface="DM Mono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OPERATOR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Open questions — recommend defaults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11091672" cy="9144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65959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Q-PSQ-PRIMARY-QUEUE-01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40279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Primary queue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965959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Sans"/>
              </a:rPr>
              <a:t>DEFAULT: Procrastinate + Postgres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2331719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3F35"/>
                </a:solidFill>
                <a:latin typeface="DM Mono"/>
              </a:rPr>
              <a:t>Alts: Dramatiq+Redis · Huey · ARQ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898647"/>
            <a:ext cx="11091672" cy="9144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2898647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990087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Q-PSQ-BROKER-01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264407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Broker backend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90087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Sans"/>
              </a:rPr>
              <a:t>DEFAULT: Postgres 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355847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3F35"/>
                </a:solidFill>
                <a:latin typeface="DM Mono"/>
              </a:rPr>
              <a:t>Alts: Redis (Valkey BSD) · NATS JetStream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22775"/>
            <a:ext cx="11091672" cy="9144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922775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014215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Q-PSQ-ROLLOUT-PHASE-A-WORKLOAD-01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88535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First dogfood workload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14215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Sans"/>
              </a:rPr>
              <a:t>DEFAULT: flux-schnell (book covers)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4379975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3F35"/>
                </a:solidFill>
                <a:latin typeface="DM Mono"/>
              </a:rPr>
              <a:t>Alts: Qwen-Image · CosyVoice2 · Ollama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946903"/>
            <a:ext cx="11091672" cy="914400"/>
          </a:xfrm>
          <a:prstGeom prst="rect">
            <a:avLst/>
          </a:prstGeom>
          <a:solidFill>
            <a:srgbClr val="EFE8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946903"/>
            <a:ext cx="73152" cy="91440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038343"/>
            <a:ext cx="3657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Q-PSQ-DASHBOARD-01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312663"/>
            <a:ext cx="5486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Operator dashboard phasing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5038343"/>
            <a:ext cx="52120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Sans"/>
              </a:rPr>
              <a:t>DEFAULT: CLI Phase A → Web Phase 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404103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A3F35"/>
                </a:solidFill>
                <a:latin typeface="DM Mono"/>
              </a:rPr>
              <a:t>Alts: Web from Phase A · defer entirely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17220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4A3F35"/>
                </a:solidFill>
                <a:latin typeface="Cormorant Garamond"/>
              </a:rPr>
              <a:t>12 more in §9 of the V1 spec — Pearl_Research recommends defaults; operator decides.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COMPOSITION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Subsystems that route through the queue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PHOENIX OMEGA PIPELINES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286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Pearl_Prime ebook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scripts/run_pipeline.py + atom decomposition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26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Manga V2 (H1=A)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00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scripts/manga/queue_panel_renders.py + 4-engine routing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5661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Audiobook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840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Qwen-Only comparator loop + asyncio 24-concurrent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2062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Podcast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80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scripts/podcast/ — 30-s CosyVoice2 chunks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463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Video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120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14-stage scripts/video/ pipeline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4864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Pearl News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760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Pearl Star qwen14b CJK + Groq/Together EN fallback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1874519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PEARL STAR SUBSTRATE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2860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ComfyUI 0.18.1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5603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port 8188 · t2i dispatch via /prompt + /free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92608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Ollama systemd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20040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port 11434 · llm dispatch (qwen14b / gemma27b)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356616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CosyVoice2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384048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port 9880 · tts dispatch (cross-lingual)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20624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Piper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17920" y="448056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binary · tts dispatch (English; CPU-only)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484632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Tailscale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512064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100.92.68.74 · Pearl Star network reach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5486400"/>
            <a:ext cx="5394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 i="0">
                <a:solidFill>
                  <a:srgbClr val="0E0A06"/>
                </a:solidFill>
                <a:latin typeface="DM Sans"/>
              </a:rPr>
              <a:t>Postgres 17 (NEW)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5760720"/>
            <a:ext cx="5394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Phase A install · the queue's broker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4A3F35"/>
                </a:solidFill>
                <a:latin typeface="Cormorant Garamond"/>
              </a:rPr>
              <a:t>The queue is the substrate — every existing subsystem composes through it.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RATIFICATION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Cap entry · PEARL-STAR-JOB-QUEUE-V1-01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2286000" cy="50292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22860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200" b="1" i="0">
                <a:solidFill>
                  <a:srgbClr val="0E0A06"/>
                </a:solidFill>
                <a:latin typeface="DM Mono"/>
              </a:rPr>
              <a:t>STATUS: PROPOSAL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1874519"/>
            <a:ext cx="8686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4A3F35"/>
                </a:solidFill>
                <a:latin typeface="DM Mono"/>
              </a:rPr>
              <a:t>→ (Pearl_Architect ratifies)  →  ACTIVE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0604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517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DECISION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260604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Procrastinate + Postgres 17 primary · Dramatiq + Redis fallback · ComfyUI-Persistent-Queue GPU overlay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24612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29184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SCOPE-IN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324612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Single-box Pearl Star · 4 workload classes · reboot-resume durability · stall detection · pscli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93192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SCOPE-OUT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388620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Multi-node (Phase D) · paid LLM APIs (banned per CLAUDE.md) · K8s deployment · self-rolled broker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52628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CROSS-REFS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452628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spec + 6 research artifacts + skill manga_render_path · INTEGRATION_CREDENTIALS_REGISTRY §0 · pipeline_registry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16636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NEXT-ACTION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516636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Operator reviews + answers Q-PSQ-* → Pearl_Architect ratifies → Pearl_Int Phase A install 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806440"/>
            <a:ext cx="73152" cy="56692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852160"/>
            <a:ext cx="22860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OWNERS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08960" y="5806440"/>
            <a:ext cx="850392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0E0A06"/>
                </a:solidFill>
                <a:latin typeface="DM Sans"/>
              </a:rPr>
              <a:t>Pearl_Architect (ratify) · Pearl_Dev (impl) · Pearl_Int (install) · Pearl_PM (tracker)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PHASE A ACCEPTANCE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64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 i="0">
                <a:solidFill>
                  <a:srgbClr val="0E0A06"/>
                </a:solidFill>
                <a:latin typeface="Cormorant Garamond"/>
              </a:rPr>
              <a:t>What 'done' looks like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874519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1920239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Reboot-resume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9455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100 / 100 mixed jobs complete after Pearl Star reboot mid-batch · zero permanently lost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624327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24327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2670047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Stall detection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944367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Injected sleep 600 → watchdog observes 2× / 3× thresholds → SIGKILL · retry succeeds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374135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3374135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419855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Crash detection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94175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kill -9 on a worker mid-job → heartbeat-silent &gt; 90 s → fresh worker → job completes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4123943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123943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25880" y="4169663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VRAM reclaim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443983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Post-AUTO-KILL · nvidia-smi shows VRAM at baseline within 30 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4873751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873751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4919471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Operator CLI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5880" y="5193791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pscli status returns &lt; 2 s · pause / resume halt + restart dispatch correctly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5623559"/>
            <a:ext cx="594360" cy="640080"/>
          </a:xfrm>
          <a:prstGeom prst="rect">
            <a:avLst/>
          </a:prstGeom>
          <a:solidFill>
            <a:srgbClr val="0E0A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5623559"/>
            <a:ext cx="59436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2400" b="1" i="0">
                <a:solidFill>
                  <a:srgbClr val="D97706"/>
                </a:solidFill>
                <a:latin typeface="Cormorant Garamond"/>
              </a:rPr>
              <a:t>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25880" y="5669279"/>
            <a:ext cx="10332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0E0A06"/>
                </a:solidFill>
                <a:latin typeface="DM Sans"/>
              </a:rPr>
              <a:t>Tier policy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25880" y="5943599"/>
            <a:ext cx="1033272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 i="0">
                <a:solidFill>
                  <a:srgbClr val="4A3F35"/>
                </a:solidFill>
                <a:latin typeface="DM Mono"/>
              </a:rPr>
              <a:t>audit_llm_callers.py clean over Phase A queue code (no paid LLM API references)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263640"/>
            <a:ext cx="110916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400" b="0" i="1">
                <a:solidFill>
                  <a:srgbClr val="D97706"/>
                </a:solidFill>
                <a:latin typeface="Cormorant Garamond"/>
              </a:rPr>
              <a:t>ALL 6 must pass before Phase A is marked DONE and Phase B begins.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4A3F35"/>
                </a:solidFill>
                <a:latin typeface="DM Mono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A0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1" i="0">
                <a:solidFill>
                  <a:srgbClr val="D97706"/>
                </a:solidFill>
                <a:latin typeface="DM Mono"/>
              </a:rPr>
              <a:t>DELIVERABLES + NEXT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22960"/>
            <a:ext cx="1109167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200" b="1" i="0">
                <a:solidFill>
                  <a:srgbClr val="FAF6F0"/>
                </a:solidFill>
                <a:latin typeface="Cormorant Garamond"/>
              </a:rPr>
              <a:t>8 artifacts shipped in this PR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RESEARCH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HARDWARE_INVENTORY.md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SOFTWARE_INVENTORY.md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08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CONCURRENCY_MATRIX.md  (modeled)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QUEUE_RESEARCH.md  (45 sources)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840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STALL_RECOVERY_RUNBOOK.md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JOB_SIZING_GUIDELINES.md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01168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D97706"/>
                </a:solidFill>
                <a:latin typeface="DM Mono"/>
              </a:rPr>
              <a:t>SPEC + DECK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3774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PEARL_STAR_JOB_QUEUE_V1_SPEC.md (16 §)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4320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PEARL_STAR_JOB_QUEUE_V1_DECK.pptx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10896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47472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·  Cap entry: PEARL-STAR-JOB-QUEUE-V1-01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84048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  Status: PROPOSAL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4206240"/>
            <a:ext cx="54864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FAF6F0"/>
                </a:solidFill>
                <a:latin typeface="DM Mono"/>
              </a:rPr>
              <a:t>  Q-PSQ-* operator questions: 16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5029200"/>
            <a:ext cx="1828800" cy="36576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5212080"/>
            <a:ext cx="11091672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FAF6F0"/>
                </a:solidFill>
                <a:latin typeface="Cormorant Garamond"/>
              </a:rPr>
              <a:t>Standing by for operator decisions on Q-PSQ-*</a:t>
            </a:r>
          </a:p>
          <a:p>
            <a:pPr algn="l">
              <a:lnSpc>
                <a:spcPct val="140000"/>
              </a:lnSpc>
            </a:pPr>
            <a:r>
              <a:rPr sz="2200" b="0" i="1">
                <a:solidFill>
                  <a:srgbClr val="FAF6F0"/>
                </a:solidFill>
                <a:latin typeface="Cormorant Garamond"/>
              </a:rPr>
              <a:t>Phase A install kicks off after Pearl_Architect ratifies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00800"/>
            <a:ext cx="10058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00" b="0" i="0">
                <a:solidFill>
                  <a:srgbClr val="CCC0B0"/>
                </a:solidFill>
                <a:latin typeface="DM Mono"/>
              </a:rPr>
              <a:t>20 / 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
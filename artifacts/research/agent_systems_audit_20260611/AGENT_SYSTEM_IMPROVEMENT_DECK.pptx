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914400"/>
            <a:ext cx="4206240" cy="5029200"/>
          </a:xfrm>
          <a:prstGeom prst="rect">
            <a:avLst/>
          </a:prstGeom>
          <a:solidFill>
            <a:srgbClr val="1C160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RESEARCH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6949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our agents,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&amp; systems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the best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what exists?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SOTA audit · roadmap · operator deck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01200" y="1307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already DOING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23500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601200" y="2423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+ 5 skill GAPS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3465576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601200" y="3538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58114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601200" y="465429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quick wins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docs/AGENT_SYSTEM_AUDIT_2026_04.md — does not re-litigate it.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verdict in one slide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strong. Instrumentation &amp; self-improvement loops: the gap.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2697480" cy="109728"/>
          </a:xfrm>
          <a:prstGeom prst="rect">
            <a:avLst/>
          </a:prstGeom>
          <a:solidFill>
            <a:srgbClr val="4F7A5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7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Orchestrator-worker, isolated workers, separate verify pass, externalized state, cost-control on fan-out, reuse-first.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160020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600200"/>
            <a:ext cx="269748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920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410712" y="2926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33832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retrieval, compaction, evaluator-optimizer, reflection, handoff contract, code-as-action.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160020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600200"/>
            <a:ext cx="2697480" cy="109728"/>
          </a:xfrm>
          <a:prstGeom prst="rect">
            <a:avLst/>
          </a:prstGeom>
          <a:solidFill>
            <a:srgbClr val="B05438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1920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05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272784" y="2926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GAPS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5664" y="33832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eval, observability/tracing, skill-eval harness, registry validation, auto-dispatch, eval-driven skill loop.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1600200"/>
            <a:ext cx="2697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34856" y="1600200"/>
            <a:ext cx="2697480" cy="109728"/>
          </a:xfrm>
          <a:prstGeom prst="rect">
            <a:avLst/>
          </a:prstGeom>
          <a:solidFill>
            <a:srgbClr val="B05438"/>
          </a:solidFill>
          <a:ln/>
        </p:spPr>
      </p:sp>
      <p:sp>
        <p:nvSpPr>
          <p:cNvPr id="22" name="Text 20"/>
          <p:cNvSpPr/>
          <p:nvPr/>
        </p:nvSpPr>
        <p:spPr>
          <a:xfrm>
            <a:off x="9134856" y="19202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05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9134856" y="2926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17736" y="33832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skill evals, no versioning, under-used scripts, 10/14 agents skill-less, no two-Claude loop.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across 23 scored SOTA patterns:  ✅ 9  ·  🟡 7  ·  ❌ 6  ·  ⚪ 2 (N/A — paid-API &amp; heavyweight frameworks, excluded by Tier policy / reuse-first).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· Agent + Skills + Systems-Tooling SOTA Audit · 2026-06-11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we're already ahead of the curve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B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accidents — protect them in any refactor.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013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15× lesson, then codified 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756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warns: don't fan out 50 subagents / don't fan out on shared state. Our serial-lane + disk-constraint + validation-before-scaling rules ARE that lesson, learned operationally.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7706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CLOSEOUT_RECEIPT = disciplined condensed return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'workers return short summaries' contract from the multi-agent post. Most framework users dump full context back; we don't.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59352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Git-as-durable-memory + persist-or-dump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34440" y="423367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durability than in-memory agent frameworks. LangGraph checkpointing is the closest commercial analog.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3834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9286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Reuse-first as a stated principle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4440" y="531266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Pre-empts the #1 agent-system failure: greenfielding parallel implementations. Anti-reinvention is policy.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· Agent + Skills + Systems-Tooling SOTA Audit · 2026-06-11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054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gaps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judge outputs (PR diffs, artifacts) — never trajectories. Everything below is downstream of that.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FE7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91440" cy="749808"/>
          </a:xfrm>
          <a:prstGeom prst="rect">
            <a:avLst/>
          </a:prstGeom>
          <a:solidFill>
            <a:srgbClr val="B0543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B0543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6733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trajectory eval / no observability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9933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Flying blind on HOW agents reach outcomes. Can't measure any other improvement without traces. Highest leverage.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FE7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41448"/>
            <a:ext cx="91440" cy="749808"/>
          </a:xfrm>
          <a:prstGeom prst="rect">
            <a:avLst/>
          </a:prstGeom>
          <a:solidFill>
            <a:srgbClr val="B0543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624328"/>
            <a:ext cx="384048" cy="384048"/>
          </a:xfrm>
          <a:prstGeom prst="ellipse">
            <a:avLst/>
          </a:prstGeom>
          <a:solidFill>
            <a:srgbClr val="B0543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514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 harness for skills/agents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catch a prompt regression or a skill that stopped triggering. skill-creator already gives us the tooling — we just don't run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82696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FE7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82696"/>
            <a:ext cx="91440" cy="749808"/>
          </a:xfrm>
          <a:prstGeom prst="rect">
            <a:avLst/>
          </a:prstGeom>
          <a:solidFill>
            <a:srgbClr val="B05438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465576"/>
            <a:ext cx="384048" cy="384048"/>
          </a:xfrm>
          <a:prstGeom prst="ellipse">
            <a:avLst/>
          </a:prstGeom>
          <a:solidFill>
            <a:srgbClr val="B0543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3558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Unfinished handoff + registry plumbing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6758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AGENT_HANDOFF_SPEC.md, check_agent_registry.py, auto-dispatch — all DESIGNED in the 2026-04 spec, never built. Cheap to finish.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123944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FE7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123944"/>
            <a:ext cx="91440" cy="749808"/>
          </a:xfrm>
          <a:prstGeom prst="rect">
            <a:avLst/>
          </a:prstGeom>
          <a:solidFill>
            <a:srgbClr val="B0543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306824"/>
            <a:ext cx="384048" cy="384048"/>
          </a:xfrm>
          <a:prstGeom prst="ellipse">
            <a:avLst/>
          </a:prstGeom>
          <a:solidFill>
            <a:srgbClr val="B0543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41970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evaluator-optimizer content loop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5171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exist but aren't wired as auto-regenerate. Relevant to book / manga / EI quality.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965192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FE7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965192"/>
            <a:ext cx="91440" cy="749808"/>
          </a:xfrm>
          <a:prstGeom prst="rect">
            <a:avLst/>
          </a:prstGeom>
          <a:solidFill>
            <a:srgbClr val="B05438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5148072"/>
            <a:ext cx="384048" cy="384048"/>
          </a:xfrm>
          <a:prstGeom prst="ellipse">
            <a:avLst/>
          </a:prstGeom>
          <a:solidFill>
            <a:srgbClr val="B05438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71600" y="503834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Reflective-memory ossification risk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71600" y="53583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could lock in a wrong lesson (documented Reflexion failure mode). The git-first rule helps; a periodic challenge-pass helps more.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· Agent + Skills + Systems-Tooling SOTA Audit · 2026-06-11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Top-5 free / open-source tooling picks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B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self-hostable · all Tier-2-compatible (local judge = Gemma/Qwen) · zero paid-API in repo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768096"/>
          </a:xfrm>
          <a:prstGeom prst="rect">
            <a:avLst/>
          </a:prstGeom>
          <a:solidFill>
            <a:srgbClr val="1C160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7190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/ Arize Phoenix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71907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OTel tracing + eval for every agent run &amp; LLM call — closes gap #1 repo-wide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87000" y="17190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1064240" cy="768096"/>
          </a:xfrm>
          <a:prstGeom prst="rect">
            <a:avLst/>
          </a:prstGeom>
          <a:solidFill>
            <a:srgbClr val="1C160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70662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587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+ agentevals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25877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metrics incl. hallucination/faithfulness; trajectory scoring. Quality → gated metrics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287000" y="258775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/ MIT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11064240" cy="768096"/>
          </a:xfrm>
          <a:prstGeom prst="rect">
            <a:avLst/>
          </a:prstGeom>
          <a:solidFill>
            <a:srgbClr val="1C160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57530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4564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Kokoro-82M + F5-TTS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3440" y="34564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Sub-0.3s draft narration + OSS voice-clone fallback alongside ElevenLabs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87000" y="34564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/ MIT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1064240" cy="768096"/>
          </a:xfrm>
          <a:prstGeom prst="rect">
            <a:avLst/>
          </a:prstGeom>
          <a:solidFill>
            <a:srgbClr val="1C160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44398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43251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/ CometKiwi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432511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Reference-free citation faithfulness + reference-free MT quality gate for localization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287000" y="432511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/ MIT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64240" cy="768096"/>
          </a:xfrm>
          <a:prstGeom prst="rect">
            <a:avLst/>
          </a:prstGeom>
          <a:solidFill>
            <a:srgbClr val="1C160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531266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25880" y="51937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PuLID-Flux II + InstantID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63440" y="519379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our manga face-lock choice is current SOTA; InstantID = angle-robust alternate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287000" y="51937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· Agent + Skills + Systems-Tooling SOTA Audit · 2026-06-11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what exists. Many items just finish the 2026-04 spec's unshipped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FE7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657600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·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267712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check_agent_registry.py (finish §5 validator)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skill-creator evals on the 4 skills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pearl-github SKILL.md (479/500 lines)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Langfuse — trace ONE pipeline  🏛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AGENT_HANDOFF_SPEC.md  🏛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consolidate-memory cadence for MEMORY.md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0832" y="155448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FE7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554480"/>
            <a:ext cx="3657600" cy="566928"/>
          </a:xfrm>
          <a:prstGeom prst="rect">
            <a:avLst/>
          </a:prstGeom>
          <a:solidFill>
            <a:srgbClr val="9A5A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16002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22392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· 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267712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pearl-prime + pearl-dev SKILLs  🏛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+ RAGAS CI quality gates  🏛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Evaluator-optimizer content loop  🏛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CometKiwi reference-free MT gate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Kokoro/F5 TTS draft + fallback tier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agentevals trajectory scoring  🏛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 helper for isolation-pr skill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3024" y="155448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FE7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1554480"/>
            <a:ext cx="3657600" cy="566928"/>
          </a:xfrm>
          <a:prstGeom prst="rect">
            <a:avLst/>
          </a:prstGeom>
          <a:solidFill>
            <a:srgbClr val="8A7E70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16002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44584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· 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94192" y="2267712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Auto-dispatch suggester (code_globs)  🏛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Per-skill CHANGELOG + version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Repo-wide observability rollout  🏛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Music-mode → ACE-Step/YuE (Apache-2.0)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Two-Claude skill-refinement loop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InstantID angle-robust manga alternate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= needs a Pearl_Architect spec (cascade-settle gate) before dispatch.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· Agent + Skills + Systems-Tooling SOTA Audit · 2026-06-11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first move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417320"/>
          </a:xfrm>
          <a:prstGeom prst="rect">
            <a:avLst/>
          </a:prstGeom>
          <a:solidFill>
            <a:srgbClr val="1C160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28016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B3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the 4 un-gated P0 items now.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check_agent_registry.py · skill evals · trim pearl-github SKILL · consolidate-memory cadence — all self-contained, near-zero risk, finish-what-exists. Then spec the observability pilot (P0-4) so all eval work has somewhere to land.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(P0-4) is the keystone — every eval tool emits into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is gated on P0: new skills want the eval harness; quality gates want traces.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adopts a heavyweight framework — borrow patterns + OSS, not runtimes (reuse-first).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FE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eval judges = Gemma/Qwen local. Zero paid-API in repo code (CLAUDE.md).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349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650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reviews deck → approves P0 items → Pearl_Architect specs the chosen improvements (🏛 items gated on cascade-settle).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· Agent + Skills + Systems-Tooling SOTA Audit · 2026-06-11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System Improvement — SOTA Audit</dc:title>
  <dc:subject>PptxGenJS Presentation</dc:subject>
  <dc:creator>Pearl_Research</dc:creator>
  <cp:lastModifiedBy>Pearl_Research</cp:lastModifiedBy>
  <cp:revision>1</cp:revision>
  <dcterms:created xsi:type="dcterms:W3CDTF">2026-06-11T21:51:10Z</dcterms:created>
  <dcterms:modified xsi:type="dcterms:W3CDTF">2026-06-11T21:51:10Z</dcterms:modified>
</cp:coreProperties>
</file>
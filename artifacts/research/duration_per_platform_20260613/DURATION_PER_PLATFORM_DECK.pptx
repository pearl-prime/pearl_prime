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515600" cy="2834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5C842"/>
                </a:solidFill>
                <a:latin typeface="Georgia"/>
              </a:rPr>
              <a:t>The Duration-Per-Platform Plan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The length that WINS on each surface — mapped to our 7 honest tiers.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And the hard truth: at our REAL render lengths, we win none of the flagship paid-book surfaces yet.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1DB"/>
                </a:solidFill>
                <a:latin typeface="Calibri"/>
              </a:rPr>
              <a:t>Pearl Research      </a:t>
            </a:r>
            <a:r>
              <a:rPr sz="1300" b="1">
                <a:solidFill>
                  <a:srgbClr val="F0A500"/>
                </a:solidFill>
                <a:latin typeface="Calibri"/>
              </a:rPr>
              <a:t>50+ cited sources · plan for operator review · config PR do-NOT-merge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406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5D1DB"/>
                </a:solidFill>
                <a:latin typeface="Calibri"/>
              </a:rPr>
              <a:t>Builds on the merged honest ladder (PR #1550) + CDIS §4 · validates/refreshes both with current 2026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946403" cy="292608"/>
          </a:xfrm>
          <a:prstGeom prst="roundRect">
            <a:avLst/>
          </a:prstGeom>
          <a:noFill/>
          <a:ln w="15875">
            <a:solidFill>
              <a:srgbClr val="F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B3D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We render a podcast episode; the money is in a 6-hour 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94960" cy="4069080"/>
          </a:xfrm>
          <a:prstGeom prst="roundRect">
            <a:avLst/>
          </a:prstGeom>
          <a:solidFill>
            <a:srgbClr val="332A1E"/>
          </a:solidFill>
          <a:ln w="19050">
            <a:solidFill>
              <a:srgbClr val="F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8006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5D1DB"/>
                </a:solidFill>
                <a:latin typeface="Calibri"/>
              </a:rPr>
              <a:t>what we RENDER today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6B3D"/>
                </a:solidFill>
                <a:latin typeface="Georgia"/>
              </a:rPr>
              <a:t>~33 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thin catalog book ≈ 5,000 words ≈ 20 pp.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D1DB"/>
                </a:solidFill>
                <a:latin typeface="Calibri"/>
              </a:rPr>
              <a:t>Gold/depth-fill path tops out ~2.4 hr (22k words).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48006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5D1DB"/>
                </a:solidFill>
                <a:latin typeface="Calibri"/>
              </a:rPr>
              <a:t>its ONLY winning home: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CC79B"/>
                </a:solidFill>
                <a:latin typeface="Georgia"/>
              </a:rPr>
              <a:t>one podcast episode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 every PAID-book surface it is a lead-magnet or a “short read.”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394960" cy="4069080"/>
          </a:xfrm>
          <a:prstGeom prst="roundRect">
            <a:avLst/>
          </a:prstGeom>
          <a:solidFill>
            <a:srgbClr val="2A2218"/>
          </a:solidFill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8006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5D1DB"/>
                </a:solidFill>
                <a:latin typeface="Calibri"/>
              </a:rPr>
              <a:t>what WINS on Audible / KDP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5C842"/>
                </a:solidFill>
                <a:latin typeface="Georgia"/>
              </a:rPr>
              <a:t>5–7 hr  ·  150–230 pp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≈ 45,000–63,000 words. Only our top tier (T7 “Complete,” 52k) reaches it — and nothing renders that long today.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5C842"/>
                </a:solidFill>
                <a:latin typeface="Calibri"/>
              </a:rPr>
              <a:t>The labels are now honest (#1550). 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content is too short to win the surfaces that pay the most.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618488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THE CROSS-WALK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Which tier wins where — the missing 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C5D1DB"/>
                </a:solidFill>
                <a:latin typeface="Calibri"/>
              </a:rPr>
              <a:t>Our 7 tiers are NOT interchangeable across surfaces. ✓✓ flagship win · ✓ wins · ~ wrong home · ✗ loser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640080"/>
                <a:gridCol w="1737360"/>
                <a:gridCol w="1600200"/>
                <a:gridCol w="1600200"/>
                <a:gridCol w="1947672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Tier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words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audio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pp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KDP full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Audible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Spotify a/b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Podcast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T1 Quick Reset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3.5k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23m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✓✓ 1 ep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T2 Mini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4.5k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30m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✓✓ 1 ep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T3 Short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6k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40m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short-read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✓✓ 1 ep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T4 One-Hour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9k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60m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short-read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6B3D"/>
                          </a:solidFill>
                          <a:latin typeface="Calibri"/>
                        </a:rPr>
                        <a:t>✓ special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T5 Standard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22k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2.4h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short-read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&lt;3h floor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low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✓✓ season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T6 Long-Form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30k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3.3h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 low-end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✓ 3–5h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✓ season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T7 Complete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52k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5.8h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CC79B"/>
                          </a:solidFill>
                          <a:latin typeface="Calibri"/>
                        </a:rPr>
                        <a:t>✓✓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CC79B"/>
                          </a:solidFill>
                          <a:latin typeface="Calibri"/>
                        </a:rPr>
                        <a:t>✓✓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CC79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CC79B"/>
                          </a:solidFill>
                          <a:latin typeface="Calibri"/>
                        </a:rPr>
                        <a:t>✓ multi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C842"/>
                </a:solidFill>
                <a:latin typeface="Calibri"/>
              </a:rPr>
              <a:t>Only T7 wins full KDP + Audible + Spotify at once.  </a:t>
            </a:r>
            <a:r>
              <a:rPr sz="1250" b="0">
                <a:solidFill>
                  <a:srgbClr val="FFFFFF"/>
                </a:solidFill>
                <a:latin typeface="Calibri"/>
              </a:rPr>
              <a:t>T1–T5 are podcast / short-read / lead-magnet plays — structural losers as standalone audiobooks.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330452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THE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What each surface rewards — the number to hit + why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2468880"/>
                <a:gridCol w="1554480"/>
                <a:gridCol w="4828032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Platform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Target to WIN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Our tier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714"/>
                          </a:solidFill>
                          <a:latin typeface="Georgia"/>
                        </a:rPr>
                        <a:t>Why (mechanism)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Amazon KDP (full)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150–230 pp / 35–50k w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KU pays per page READ × rising rate; &lt;150pp = short-read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Audible / ACX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5–7 hr / 45–63k w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T7 (T6 entry)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length sets price tier + consumption-pool weight; &lt;3h = bottom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Spotify audiobook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4–6 hr / 36–54k w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15 hr/mo at normal speed → tryable; payout on COMPLETED hrs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Spotify/Apple podcast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20–40 min / episode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T1–T3 = 1 ep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completion flat 10→45 min; cadence ≈ +5 chart spots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Apple/Google AI a/b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length-agnostic (EN only)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any (T7 best)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flat per-sale → length = price justification, not payout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YouTube long / Shorts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8–15 min / 15–60s (max 180)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video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watch-time × satisfaction; 8 min = mid-roll; trailer 60–90s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WEBTOON / Piccoma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~8–12 min read; 25–30 ep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manga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chapter count + cadence drive unlock revenue, not panels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07024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C5D1DB"/>
                </a:solidFill>
                <a:latin typeface="Calibri"/>
              </a:rPr>
              <a:t>Every read-through surface (KU, Audible-new, Spotify, Kobo) pays on COMPLETED length — win with the longest length we can fill at ≥70% completion. Never padding.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426464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Our REAL durations vs the platform targets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C5D1DB"/>
                </a:solidFill>
                <a:latin typeface="Calibri"/>
              </a:rPr>
              <a:t>✓ wins · ~ marginal/wrong-home · ✗ miss · ✗✗ catastrophic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9167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2606040"/>
                <a:gridCol w="2606040"/>
                <a:gridCol w="2679192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Platform target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THIN ~5k/33m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GOLD ~22k/2.4h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Ladder T7 52k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KDP full ebook (150–230pp)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✗✗ lead-magnet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 short-read (88pp)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MEETS (208pp)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Audible (5–7h; floor 3h)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✗✗ bottom tier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 under 3h floor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MEETS (5.8h)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Spotify audiobook (4–6h)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✗✗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✗ below 4h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MEETS (5.8h)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Podcast episode (20–40m)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= 1 episode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= a season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✓ multi-season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Apple/Google AI (EN)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~ 33-min sample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✓ listable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✓ best value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9CC79B"/>
                </a:solidFill>
                <a:latin typeface="Calibri"/>
              </a:rPr>
              <a:t>The thin render's ONLY ✓ is a podcast episode.  </a:t>
            </a:r>
            <a:r>
              <a:rPr sz="1250" b="0">
                <a:solidFill>
                  <a:srgbClr val="FFFFFF"/>
                </a:solidFill>
                <a:latin typeface="Calibri"/>
              </a:rPr>
              <a:t>Today we ship zero product that wins a full Audible audiobook or full KDP book — the T7 tier exists but no render reaches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234440" cy="292608"/>
          </a:xfrm>
          <a:prstGeom prst="roundRect">
            <a:avLst/>
          </a:prstGeom>
          <a:noFill/>
          <a:ln w="15875">
            <a:solidFill>
              <a:srgbClr val="F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B3D"/>
                </a:solidFill>
                <a:latin typeface="Calibri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The routing was built on the OLD wrong label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40680" cy="4114800"/>
          </a:xfrm>
          <a:prstGeom prst="roundRect">
            <a:avLst/>
          </a:prstGeom>
          <a:solidFill>
            <a:srgbClr val="332A1E"/>
          </a:solidFill>
          <a:ln w="19050">
            <a:solidFill>
              <a:srgbClr val="F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846320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6B3D"/>
                </a:solidFill>
                <a:latin typeface="Calibri"/>
              </a:rPr>
              <a:t>platform_knob_tuning.yaml — before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C5D1DB"/>
                </a:solidFill>
                <a:latin typeface="Georgia"/>
              </a:rPr>
              <a:t>audible: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preferred_runtimes: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6B3D"/>
                </a:solidFill>
                <a:latin typeface="Calibri"/>
              </a:rPr>
              <a:t>    [standard_book, extended_book_2h]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ideal_runtime_hours: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C5D1DB"/>
                </a:solidFill>
                <a:latin typeface="Calibri"/>
              </a:rPr>
              <a:t>…routes 2.3–2.5 hr books to Audible while STATING the ideal is 5 hr. Authored when standard_book was mislabeled “55 min.”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49240" cy="4114800"/>
          </a:xfrm>
          <a:prstGeom prst="roundRect">
            <a:avLst/>
          </a:prstGeom>
          <a:solidFill>
            <a:srgbClr val="2A2218"/>
          </a:solidFill>
          <a:ln w="15875">
            <a:solidFill>
              <a:srgbClr val="F5C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93392"/>
            <a:ext cx="4754880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C842"/>
                </a:solidFill>
                <a:latin typeface="Calibri"/>
              </a:rPr>
              <a:t>after — Pearl Research correction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C5D1DB"/>
                </a:solidFill>
                <a:latin typeface="Georgia"/>
              </a:rPr>
              <a:t>audible: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preferred_runtimes: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9CC79B"/>
                </a:solidFill>
                <a:latin typeface="Calibri"/>
              </a:rPr>
              <a:t>    [deep_book_6h, deep_book_4h]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Only deep_book_6h (5.8 hr) + deep_book_4h (3.3 hr) clear the Audible 3-hr floor and reach the stated ideal.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5D1DB"/>
                </a:solidFill>
                <a:latin typeface="Calibri"/>
              </a:rPr>
              <a:t>#1550 fixed the label (55→147); this config was never reconciled. Same fix on Spotify/Apple/Google/Kobo + findaway (now INaudio).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946403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Two fixes, cleanly separated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40680" cy="4114800"/>
          </a:xfrm>
          <a:prstGeom prst="roundRect">
            <a:avLst/>
          </a:prstGeom>
          <a:solidFill>
            <a:srgbClr val="2A2218"/>
          </a:solidFill>
          <a:ln w="15875">
            <a:solidFill>
              <a:srgbClr val="F5C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846320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C842"/>
                </a:solidFill>
                <a:latin typeface="Georgia"/>
              </a:rPr>
              <a:t>CONFIG  —  done in-lane (this PR)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Re-route Audible/Spotify/Apple/Google/Kobo to the tiers that reach their stated ideal (deep_book_6h/4h).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Cite + correct the platform profiles (Shorts 60→180s, podcast 20→40 min, Findaway→INaudio, Audible consumption model).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Add the tier→platform cross-walk as machine-readable SSOT.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5D1DB"/>
                </a:solidFill>
                <a:latin typeface="Calibri"/>
              </a:rPr>
              <a:t>RULE-0 clean: additive/corrective, 0 deletions. DO-NOT-MERGE pending operator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49240" cy="4114800"/>
          </a:xfrm>
          <a:prstGeom prst="roundRect">
            <a:avLst/>
          </a:prstGeom>
          <a:solidFill>
            <a:srgbClr val="332A1E"/>
          </a:solidFill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754880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0A500"/>
                </a:solidFill>
                <a:latin typeface="Georgia"/>
              </a:rPr>
              <a:t>CONTENT-LENGTH  —  routed (not faked)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To win Audible/KDP at all, we need a real 52k-word “Complete” (T7) flagship.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Fed to the WRITING PROGRAM as a word_target — the registry already defines it (deep_book_6h).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Close the thin-render shortfall (renders ~5k vs target) with real depth, ≥70% completion.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6B3D"/>
                </a:solidFill>
                <a:latin typeface="Calibri"/>
              </a:rPr>
              <a:t>Never pad. </a:t>
            </a:r>
            <a:r>
              <a:rPr sz="1300" b="0">
                <a:solidFill>
                  <a:srgbClr val="FFFFFF"/>
                </a:solidFill>
                <a:latin typeface="Calibri"/>
              </a:rPr>
              <a:t>Padding loses the read-through revenue that is the whole reason to be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906524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CJK — PROVISIONAL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Char-based, not word-based — gate on a measured render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167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3017520"/>
                <a:gridCol w="3840480"/>
                <a:gridCol w="277063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Locale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T7 audiobook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ebook vs local norm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714"/>
                          </a:solidFill>
                          <a:latin typeface="Georgia"/>
                        </a:rPr>
                        <a:t>Confidence</a:t>
                      </a:r>
                    </a:p>
                  </a:txBody>
                  <a:tcPr anchor="ctr" marL="76200" marR="63500" marT="12700" marB="12700">
                    <a:solidFill>
                      <a:srgbClr val="F0A50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en-US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5.8 hr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208pp in 150–230 ✓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5C842"/>
                          </a:solidFill>
                          <a:latin typeface="Calibri"/>
                        </a:rPr>
                        <a:t>ja-JP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6.2 hr (×2.15 ÷300)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111.8k 文字 in 80–120k ✓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9CC79B"/>
                          </a:solidFill>
                          <a:latin typeface="Calibri"/>
                        </a:rPr>
                        <a:t>MEASURED + rate hard-sourced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5C842"/>
                          </a:solidFill>
                          <a:latin typeface="Calibri"/>
                        </a:rPr>
                        <a:t>zh (CN/TW/SG)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7.3 hr (slow pace)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83k 字 BELOW 100–150k → wants MORE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1.6 UNVERIFIED — measure</a:t>
                      </a:r>
                    </a:p>
                  </a:txBody>
                  <a:tcPr anchor="ctr" marL="76200" marR="63500" marT="12700" marB="12700">
                    <a:solidFill>
                      <a:srgbClr val="2A221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5C842"/>
                          </a:solidFill>
                          <a:latin typeface="Calibri"/>
                        </a:rPr>
                        <a:t>ko-KR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~5.0 hr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ship FULL + Millie summary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6B3D"/>
                          </a:solidFill>
                          <a:latin typeface="Calibri"/>
                        </a:rPr>
                        <a:t>2.0 + rate UNVERIFIED — measure</a:t>
                      </a:r>
                    </a:p>
                  </a:txBody>
                  <a:tcPr anchor="ctr" marL="76200" marR="63500" marT="12700" marB="12700">
                    <a:solidFill>
                      <a:srgbClr val="332A1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C842"/>
                </a:solidFill>
                <a:latin typeface="Calibri"/>
              </a:rPr>
              <a:t>ja narration 300 文字/分 is the one hard CJK anchor.  </a:t>
            </a:r>
            <a:r>
              <a:rPr sz="1250" b="0">
                <a:solidFill>
                  <a:srgbClr val="FFFFFF"/>
                </a:solidFill>
                <a:latin typeface="Calibri"/>
              </a:rPr>
              <a:t>zh wants a HIGHER word_target (Ximalaya = episodic). Korea = ship BOTH a Millie summary + a Welaaa full edition.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FF6B3D"/>
                </a:solidFill>
                <a:latin typeface="Calibri"/>
              </a:rPr>
              <a:t>Do NOT ship any CJK platform duration until one zh + one ko render is measured on Pearl Star (CosyVoice2 currently off).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1042415" cy="292608"/>
          </a:xfrm>
          <a:prstGeom prst="roundRect">
            <a:avLst/>
          </a:prstGeom>
          <a:noFill/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A500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5C842"/>
                </a:solidFill>
                <a:latin typeface="Georgia"/>
              </a:rPr>
              <a:t>What we need from you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C5D1DB"/>
                </a:solidFill>
                <a:latin typeface="Calibri"/>
              </a:rPr>
              <a:t>The labels are honest. Now decide the platform strategy and let the writing program build the flagship.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714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799"/>
            <a:ext cx="1033272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842"/>
                </a:solidFill>
                <a:latin typeface="Georgia"/>
              </a:rPr>
              <a:t>Approve the tier→platform routing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Audible/Spotify/KDP-full get T7 (deep_book_6h); short tiers go to podcast / KDP short-read / Ximalaya. Config PR is ready, do-NOT-merge until you sign off.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53511"/>
            <a:ext cx="457200" cy="45720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714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07791"/>
            <a:ext cx="1033272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842"/>
                </a:solidFill>
                <a:latin typeface="Georgia"/>
              </a:rPr>
              <a:t>Greenlight the 52k flagship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Route the word_target to the writing program: a real “Complete” (T7) book is the only thing that wins Audible + full KDP. This is the #1 content move.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32503"/>
            <a:ext cx="457200" cy="45720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714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86783"/>
            <a:ext cx="1033272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842"/>
                </a:solidFill>
                <a:latin typeface="Georgia"/>
              </a:rPr>
              <a:t>Close the thin-render 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Catalog books render ~5k vs target — a writing-program depth/fill task. Real length, ≥70% completion, never padding.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11495"/>
            <a:ext cx="457200" cy="45720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714"/>
                </a:solidFill>
                <a:latin typeface="Georg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65775"/>
            <a:ext cx="1033272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842"/>
                </a:solidFill>
                <a:latin typeface="Georgia"/>
              </a:rPr>
              <a:t>Gate CJK on a measured render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ja can proceed (anchored). zh + ko expansion ratios are unverified — measure on Pearl Star before shipping CJK durations.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D1DB"/>
                </a:solidFill>
                <a:latin typeface="Calibri"/>
              </a:rPr>
              <a:t>Pearl Research  ·  Duration-Per-Platform Plan  ·  2026-06-13  ·  plan for operator review (config PR do-NOT-merge)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
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Team Structure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team × Lean team — 19 subsystems mapped to roles and skill levels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3657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 questions, one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4389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TEAM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we had a team of endless people, of all skill levels, what roles do we need?"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roles · 15-20 FTE · spans no-skill → staff+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73152" cy="4389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leanest team? PM + senior dev + 2 QA + marketer."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5.5-6.0 FTE · covers ~80% sustain demand · explicit trade-offs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endless roles  ×  5.5-6.0 lean FTE  ×  19 subsystems  ×  14 + 4 Pearl agents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subsystems, ranked by active workstream demand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map → human-role demand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hr/wk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core_pipeline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manga_pipeline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pearl_prime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brand_admin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pearl_devops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video_pipeline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hr/wk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music_mode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ei_v2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pearl_news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audiobook_pipeline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podcast_pipeline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trend_feeds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subsumed in parent 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sustain demand: 240-310 hr/wk  ·  ~6-8 FTE before any new program work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Pearl agents map to humans — fluidly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canonical + 4 emerging Pearl agents × 16 human roles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+ 4 PEARL 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(14): Pearl_PM, Pearl_Architect, Pearl_Prime, Pearl_Dev, Pearl_Writer, Pearl_Editor, Pearl_News, Pearl_Prez, Pearl_Video, Pearl_Localization, Pearl_Marketing, Pearl_Int, Pearl_Research, Pearl_GitHub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(4 observed in workstreams, absent from agent_registry.yaml): Pearl_DevOps, Pearl_Brand, Pearl_Author, Pearl_Audio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73152" cy="4114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HUMAN ROLES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1945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Manga Tech Lead · Video Productionization Lead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Eng × 4 (core / manga / integrations / brand_admin)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× 4 (prose / manga / audiobook / storefront)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 · Business Analyst · Research/Editor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(per-locale) · DevOps · Audiobook Voice + Mix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Editor + Translator · Music Mode Curation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 / Reader-Reviewer (no-skill cohort)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1 human → 5 Pearls    </a:t>
            </a:r>
            <a:pPr algn="ctr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 Dev = Pearl_Prime + Pearl_Dev + Pearl_Int + Pearl_DevOps + Pearl_GitHub)    </a:t>
            </a:r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Endless: 1 Pearl → 3+ humans    </a:t>
            </a:r>
            <a:pPr algn="ctr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(Pearl_Dev = Manga Tech Lead + 3 Sr Engineers)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 (overall)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Operator-named: "a real project manager for all projects"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ACTIVE_PROJECTS + ACTIVE_WORKSTREAMS row-by-row; reconcile weekly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every operator ask to correct lane within 24h with STARTUP_RECEIPT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merge train; gate Phase A/B/C ship items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Operator-proxy in-envelope decisions per PEARL_OPERATOR_PROXY_SPEC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standup synthesis; unblock dependencies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 at 50+ in-flight workstreams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literacy across ML / content / CI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mediation + stakeholder comms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brief discipline (STARTUP / CLOSEOUT)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literacy + cap-entry routing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Pearl_PM (primary) + Pearl_Architect (advisor)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Project Management Professional Certificate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Manga Tech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Staff+ tier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Operator-named: "manga by itself needs a lot of attention; needs someone very techy"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V2 layered pipeline phases A-E (constraint solver → re-render smoke)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ep_002+ V5.1 render dispatch + ja_JP / zh_TW / zh_CN locale parity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individuation: model_sheets.json + brand_lora_plans (12-14 LoRAs)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37-brand × 4-locale × 2-surface (KDP + WEBTOON) matrix weekly cron health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RunComfy + Pearl Star compute economics; Tier-2 unattended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ComfyUI / FLUX / Qwen-Image / Animagine XL ops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LoRA training (ai-toolkit)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orchestration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Image-quality eyeball + measurable scoring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Multi-locale Asian-market manga aesthetics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Pearl_Dev (manga share) + Pearl_Author + Pearl_Architect (V2 spec)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IT Automation Python + fast.ai Practical Deep 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Productionization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Operator-named: "all this video stuff really needs to be productionized"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× manga 30s video V1 (12-13 deliverables × locale × style spread)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 video format pipeline; CJK narration wiring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Soundtrack-engine: 11labs → CosyVoice / Edge migration; loudness / ID3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+ Cloudflare CDN; WEBTOON Canvas + YouTube Reels output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format_specs.yaml + render_params.yaml maintenance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+ ML video tooling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pipelines + voice cloning (CosyVoice2, ElevenLabs)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orchestration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WEBTOON / Reels platform specs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Cross-locale audio + subtitle ops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Pearl_Video + Pearl_Audio + Pearl_Dev (shared)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IT Automation Python + Adobe / Avid post-production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Engineer (core_pipeline)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tier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 pipeline Phase 2 (build_story_schedule + slot_tracker wiring)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Register-gate F1-F12 + ship-readiness aggregator + acceptance scorecard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Spine-pipeline default flip; auto-plan SSOT refactor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Teacher-mode wrapper semantics (HOOK / SCENE / STORY substance vs voice)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scale fan-out (800 high-confidence configs; Move 4/5/6 sweeps)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YAML pipeline authoring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property-based testing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Spec-to-code translation (writer + overlay specs)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(Tier-1 Claude)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gate / CI gate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Pearl_Prime + Pearl_Dev (core share)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IT Automation + Cloud Engineer Professional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Engineer (integrations)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tier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+ INTEGRATION_CREDENTIALS_REGISTRY; Keychain ↔ env vars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RunComfy spend ledger + budget guard; Tier-2 compute economics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+ Workers Builds + Snipcart wiring (storefront V1 dep)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platform connectors (LINE Manga, Pixiv, Comico, Ximalaya)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Trend-feed RSS health + budget guard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OAuth credential ops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ecosystem (R2 + Workers + Pages)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integration code + webhook 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Secret-rotation hygiene + SOC2 baseline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API contracts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Pearl_Int + Pearl_DevOps (shared)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Cybersecurity Professional + Cloud Engineer Professional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Verification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specialist roles at endless; 2 leads at lean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420624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(prose quality)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sample books per ACCEPTANCE_SCORECARD (ONTGP per chapter)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register-gate edge cases for F11 / F12 calibration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/ SCENE / STORY drift audits across atom corpus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 / last chapter on every storefront-eligible book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743200" cy="420624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6304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(manga panel review)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Per-panel review per CHARACTER_INDIVIDUATION distinctness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Face-lock + design consistency across episode panels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/ framing / silence-map per LAYER_RENDER_CONTRACT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WEBTOON vertical + KDP paperback QA before ZIP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420624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46304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(audiobook listening)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031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Listen-through every audiobook + podcast before ship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(EBU R128) + ID3 + chapter-marker validation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Voice-consistency across multi-book series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Refund-rate review per locale × platform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743200" cy="420624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146304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(storefront smoke)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1031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purchase smoke (CF Worker + Snipcart) weekly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flow + refund-path testing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Brand-admin v2 ZIP integrity per platform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compatibility (Audible, KDP, WEBTOON)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</a:t>
            </a:r>
            <a:pPr algn="ctr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Pearl_Editor · Pearl_Author · Pearl_Audio · Pearl_Brand    </a:t>
            </a:r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Google course: </a:t>
            </a:r>
            <a:pPr algn="ctr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Career Certificate + Coursera Editing / Audio Eng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Intermediate–Senior tier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Operator-named: "catalog economics, 800-config decisions, pricing"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high-confidence configs decision-modeling (brand × topic × persona × format × locale)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economics: KDP / WEBTOON / Audible / Spotify margin + payout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+ price-experiment design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+ Pearl Prime revenue projector calibration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allocation: 37-brand × 4-axis × locale economic ranking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 data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modeling + pricing-elasticity intuition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/ Audible / Apple / Google self-pub economics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royalties (CJK + EU)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brief discipline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Pearl_PM + Pearl_Research (catalog economics share)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+ Advanced Data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Generalist / Reader-Reviewer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No-skill (cert onramp) tier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Operator-named: "no skills, get a certificate course, read books, do QA, basic marketing"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RESPONSIBILITIES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1-2 books / week + structured feedback per ACCEPTANCE_SCORECARD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QA passes (audiobook smoke; brand-admin v2 ZIP downloads)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CTA basic posting + scheduling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Cataloging: tag artwork, organize image banks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cert within 90 days → migrate to specialist track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comprehension + English fluency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Written-feedback discipline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learn + reliability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language (nice-to-have)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/ Slack fluency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TO: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Cross-rotational: Pearl_Editor + Pearl_Brand + Pearl_Author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COURSE: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Operator-funded Google Career Certificate (any track) — IT Support, Data, UX, Marketing, PM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Endless team — full roster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roles · 15-20 FTE · no-skill → staff+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 Tech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Productionization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Eng (core_pipeline)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Eng (manga)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Eng (integrations)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Eng (brand_admin + dashboard)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Inter–Senior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(prose quality)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Entry–Inter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(manga panel review)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Entry–Inter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(audiobook + storefront)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Entry–Inter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 (Brand Ops + Funnel)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Entry–Inter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1.0-1.5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Inter–Senior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/ Editor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1.0-1.5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 (ja_JP + zh_TW + zh_CN)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Inter–Sr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 / Reader-Reviewer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1.0-2.0 cohort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/ CI /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Inter–Senior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Audiobook Voice + Mix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Inter–Senior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Editor + Translator pair — Intermediate — 1.0-1.5 FTE  ·  Plus the 18 roles above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Endless team — org 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→ PM → 12 direct reports + cohort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(Ahjan)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C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Project Manager (1.0)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Manga Tech Lead (1.0)  →  QA manga, Localization ja_JP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Video Productionization Lead (0.5-1.0)  →  Audiobook Voice + Mix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Senior Engineer (core_pipeline) (1.5-2.0)  →  QA prose, Research/Editor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Senior Engineer (integrations) (0.5-1.0)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Senior Engineer (brand_admin + dashboard) (0.5-1.0)  →  QA audiobook + storefront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Marketer (Brand Ops + Funnel) (1.0-1.5)  →  Music Mode Curation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DevOps / CI / Governance (1.0)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Business Analyst (0.5-1.0)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Pearl News Editor + Translator (1.0-1.5)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Localization zh_TW (0.5) + Localization zh_CN (0.5)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Generalist / Reader-Reviewer cohort (1.0-2.0, no-skill onramp)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team — 5.5-6.0 FTE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baseline: PM + Sr Dev + 2 QA + Marketer · + 0.5 FTE Research/Editor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6675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 coverage (allocation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60% · BA 25% · storefront ops 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Developer (full-stack)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30% · manga 25% · integrations 20% · devops 15% · brand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Lead (prose + audio)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core+pearl_prime 50% · audiobook+podcast 30% · teacher_mode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Lead (manga + storefront)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 50% · storefront smoke 25% · brand-admin v2 ZIP 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 (Brand Ops + Funnel)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50% · brand_admin 25% · dashboard 15% · music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/ Editor (half-FTE)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teacher_mode 60% · ei_v2 25% · pearl_news 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C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Contractor: Localization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9C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C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ja_JP / zh_TW / zh_CN per-launch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C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Contractor: Audiobook Voice + 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9C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C8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clone + CJK CosyVoice2 per-batch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team covers ~80-83% of sustain demand · forces deprioritization of Tier 4 + parts of Tier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team — weekly rhythm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Per-FTE calendar sketch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920240"/>
                <a:gridCol w="1920240"/>
                <a:gridCol w="1920240"/>
                <a:gridCol w="19202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standup + merge train 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brand-admin v2 + 800-config econ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Cross-team standup; unblock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/ per-platform econ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 + ws-closure + PR backlog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core_pipeline Phase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 V2 dispatch + 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 (CF + Snipcart)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Pearl_DevOps CI gates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brand_admin v2 cron + tech-debt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(prose+audio)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books scored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audiobooks listened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teacher_mode atom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podcasts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+ Friday retro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(manga+storefront)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 eps en + 1 CJK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distinctness 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Storefront purchase smoke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brand-admin v2 ZIP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review + retro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brand themes authored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ops + GHL + GA4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Social CTA registry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brand-admin v2 shepherding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Music_mode + retro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(0.5)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 + EI 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(off)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Teacher_bank doctrine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(off)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Pearl News research seam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GIVEN UP at lean-team headcount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explicit trade-offs operator should sign off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productionization slows: Teacher × manga 30s = 1/2 weeks vs 1/week endless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batch-only: ja_JP / zh_TW / zh_CN per-launch contractor; no continuous expansion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slips to weekly (not daily); deep-research engine every other 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Music_mode stays single-musician; 38-brand catalog dormant beyond registry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stays reactive; no scoring-weight evolution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V2 Phase D-E (anatomical correction + re-render smoke) slips to operator-attended sessions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Business Analyst; 800-config decisions stay PM-eyeballed not data-modeled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no-skill onramp cohort; reader-reviewer = contractor or community-volunteer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storefront launch OK; Phase B (37-brand × 4-axis full storefront) needs +2 FTE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tradeoff is reversible by adding the corresponding hire on the next slide (hire-order ladder)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Hire-order ladder — lean → endless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next hires after lean baseline · by impact / unblock-rate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118872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 Tech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Unblocks 49-ws Pearl_Dev surface; halves Sr Dev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Productionization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Productionize the video stuff that 'needs to be productionized'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 (ja_JP first)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CJK6 launches become continuous not 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/ Editor → full 1.0 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gaps + teacher_bank 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 +1 (additional FTE)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Entry–Inter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25-brand themes stay ahead; funnel ops splits from brand-admin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/ CI / Governance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CI burden out of Sr Dev; weekly cron green for 4+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Inter–Senior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800-config economic modeling becomes data-driven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Audiobook Voice + Mix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voice + CJK CosyVoice2 live; refund-rate trended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Pearl News Editor + Translator 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cadence restored; CJK translation seam continuous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 / Reader-Reviewer cohort (1-3)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Operator-funded cert onramp; QA cohort doubles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hire #10 → ~12-13 FTE · lower bound of endless realistic floor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Skill-level entry-point mosaic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 skill to high skill" — span covered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029200"/>
                <a:gridCol w="128016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Endless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 / Reader-Reviewer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cohort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Career Cert (any track) → Intermediate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prose / manga / audiobook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Coursera Editing or Audio Eng → QA Lead 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 · Research/Editor · Localization · QA Leads · Sr Eng (brand_admin)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Digital Marketing + 2 yr exp → 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· Sr Eng (core/integrations/brand_admin) · Video Lead · DevOps · Audiobook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Eng + spec-authoring → Staff+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 Tech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fast.ai + ML papers → Principal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quote: "low skill to high skill" — the mosaic spans no-skill → staff+ across 16 endless roles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90 / 180-day onboarding curriculum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entry point — cross-link to Pearl_Research [pending]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A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 Google Career Cert + read 4 books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 cert + own 1 QA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 to entry-tier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spec read + 5 QA 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1 QA 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Coursera intermediate + propose 1 process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1 subsystem touchpoint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1 PR end-to-end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senior track + mentor 1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quarter 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1 program 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2 + author 1 cap-entry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1 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1 architectural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AF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2-person team built under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Cross-link: [pending cross-ref] artifacts/research/contributor_learning_pathways_20260606/  (Pearl_Research parallel ws)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open questions for operator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Answer-by-row · gates first hire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Promote Pearl_DevOps / Brand / Author / Audio to agent_registry.yaml? (rec: yes — separate AMENDMENT)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Add storefront subsystem row + author PEARL_PRIME_STOREFRONT_V1_SPEC.md? (rec: yes)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FTE vs contractor preference for Localization + Audiobook Voice?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Remote / hybrid / operator-collocated for which roles?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Salary band targets per tier (no-skill / entry / intermediate / senior / staff+)?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Equity / part-time options for no-skill onramp contributors?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Manga Tech Lead recruiting: industry / community / 6-month consultant? (rec: 6-mo consultant + parallel Intermediate)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Lean team Phase A or Phase B storefront promise? (Phase B needs +2 FTE)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Onboarding curriculum operator-authored or Pearl_Architect-routed?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Pearl News at lean tier: weekly cadence acceptable or hire News Editor early?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action: operator reviews + answers Q1-Q10 · then Pearl_PM routes ws to wire first-hire JDs into recruiting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+ cross-references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used in this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SUBSYSTEM_HEALTH_AUDIT.md  (companion this directory)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HUMAN_TEAM_STRUCTURE.md  (companion this directory — full role JDs + open questions)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artifacts/coordination/SUBSYSTEM_AUTHORITY_MAP.tsv  (19 rows)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artifacts/coordination/ACTIVE_PROJECTS.tsv  (12 active projects)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artifacts/coordination/ACTIVE_WORKSTREAMS.tsv  (210 ws · 116 completed)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config/agents/agent_registry.yaml  (14 canonical Pearl agents)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docs/AGENT_SYSTEM_AUDIT_2026_04.md  (prior agent system audit)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docs/PEARL_ARCHITECT_STATE.md  (cap-entry index · routing memory)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docs/PEARL_PM_STATE.md  (Phase 1 → Phase 2 P0 snapshot 2026-05-10)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docs/OWNERSHIP_MATRIX.md  (path-family ownership boundaries)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docs/SESSION_UNITY_PROTOCOL.md  (STARTUP / CLOSEOUT discipline)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docs/SYSTEMS_V4.md  (systems-level overview)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BRAND_ADMIN_CANONICAL_PACKAGE.md  (brand admin authority)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(Tier policy: Tier-1 Claude for operator-present; Tier-2 Gemma/Qwen unattended)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[pending cross-ref] artifacts/research/contributor_learning_pathways_20260606/  (Pearl_Research parallel ws)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 ·  2026-06-09  ·  Phoenix Omega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Omega Human Team Structure</dc:title>
  <dc:subject>Endless team + Lean team — Subsystem × Role × Skill mapping</dc:subject>
  <dc:creator>Pearl_Architect</dc:creator>
  <cp:lastModifiedBy>Pearl_Architect</cp:lastModifiedBy>
  <cp:revision>1</cp:revision>
  <dcterms:created xsi:type="dcterms:W3CDTF">2026-06-09T19:19:50Z</dcterms:created>
  <dcterms:modified xsi:type="dcterms:W3CDTF">2026-06-09T19:19:50Z</dcterms:modified>
</cp:coreProperties>
</file>
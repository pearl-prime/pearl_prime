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463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8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OMEGA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with us.</a:t>
            </a:r>
            <a:endParaRPr lang="en-US" sz="76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publishing across books, manga, audiobooks, podcasts, video, music, and a global storefront — taught by an Enlightened Intelligence quality engine that gets smarter every week.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5394960"/>
            <a:ext cx="411480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577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recruiting brief for engineers, editors, marketers, QA, localization, voice, and reader-reviewers.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building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AI-native publishing system that ships across every format your audience reads, watches, and listens to.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657600" cy="438912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36576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45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3291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Bestseller-grade books with named-character story arcs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 with cinematic panel composition + multi-locale lettering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Audiobooks with cloned narrator voices in 6+ languages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Podcasts, short-form video, and ambient music for every brand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1463040"/>
            <a:ext cx="3657600" cy="438912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51960" y="1463040"/>
            <a:ext cx="36576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1645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34840" y="2194560"/>
            <a:ext cx="3291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fleet of 18 Pearl agents collaborates on every release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owns a slice of the pipeline (writing, manga, audio, ops…)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pair with agents — you steer the work, they accelerate it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artifact is taught back into the system as evaluation data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657600" cy="438912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1463040"/>
            <a:ext cx="36576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645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MULTI-MARKET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0" y="2194560"/>
            <a:ext cx="3291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brands × books, manga, audiobooks, podcasts — and music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 locales: en-US, ja-JP, zh-TW, zh-CN, ko-KR + more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KDP, Audible, Apple Books, Spotify, WEBTOON, LINE Manga, Pixiv…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Storefront layer with multi-currency checkout and CDN delivery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solidFill>
            <a:srgbClr val="0E0A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readers. Real listeners. Real catalog shipped every week. Built end-to-end in one stack.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2A1F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Omega  ·  AI-native publishing  ·  Join the build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scope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lives inside the system you'll touch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743200" cy="137160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73152" cy="1371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459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the catalog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554480"/>
            <a:ext cx="2743200" cy="137160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554480"/>
            <a:ext cx="73152" cy="1371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6459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520440" y="2331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SUBSYSTEMS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specialize 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2743200" cy="137160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554480"/>
            <a:ext cx="73152" cy="1371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6459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6+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6400800" y="2331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side-by-side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98280" y="1554480"/>
            <a:ext cx="2743200" cy="137160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98280" y="1554480"/>
            <a:ext cx="73152" cy="1371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16459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9281160" y="2331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STORY-ARC SPINES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bestseller-grade books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200400"/>
            <a:ext cx="2743200" cy="137160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200400"/>
            <a:ext cx="73152" cy="1371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2918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211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640080" y="3977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ATOMS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scene-first, voice-tuned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37560" y="3200400"/>
            <a:ext cx="2743200" cy="137160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37560" y="3200400"/>
            <a:ext cx="73152" cy="1371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0440" y="32918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38+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3520440" y="3977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BRANDS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new music-mode lane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3200400"/>
            <a:ext cx="2743200" cy="137160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0" y="3200400"/>
            <a:ext cx="73152" cy="1371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32918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4200" dirty="0"/>
          </a:p>
        </p:txBody>
      </p:sp>
      <p:sp>
        <p:nvSpPr>
          <p:cNvPr id="32" name="Text 30"/>
          <p:cNvSpPr/>
          <p:nvPr/>
        </p:nvSpPr>
        <p:spPr>
          <a:xfrm>
            <a:off x="6400800" y="3977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 AGENTS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pair with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098280" y="3200400"/>
            <a:ext cx="2743200" cy="137160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98280" y="3200400"/>
            <a:ext cx="73152" cy="1371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81160" y="32918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Tier-1</a:t>
            </a:r>
            <a:endParaRPr lang="en-US" sz="4200" dirty="0"/>
          </a:p>
        </p:txBody>
      </p:sp>
      <p:sp>
        <p:nvSpPr>
          <p:cNvPr id="36" name="Text 34"/>
          <p:cNvSpPr/>
          <p:nvPr/>
        </p:nvSpPr>
        <p:spPr>
          <a:xfrm>
            <a:off x="9281160" y="3977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for prose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Tier-2 Qwen for CJK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every brand × format × locale combination is one more thing you get to ship.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2A1F1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Omega  ·  AI-native publishing  ·  Join the build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Pearl Agent Fleet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teammates: 18 specialized AI agents you steer and collaborate with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743200" cy="384048"/>
          </a:xfrm>
          <a:prstGeom prst="rect">
            <a:avLst/>
          </a:prstGeom>
          <a:solidFill>
            <a:srgbClr val="1A1108"/>
          </a:solidFill>
          <a:ln w="12700">
            <a:solidFill>
              <a:srgbClr val="2A1F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54864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727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Pearl_Prime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7556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Bestseller-grade prose pipeline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554480"/>
            <a:ext cx="2743200" cy="384048"/>
          </a:xfrm>
          <a:prstGeom prst="rect">
            <a:avLst/>
          </a:prstGeom>
          <a:solidFill>
            <a:srgbClr val="1A1108"/>
          </a:solidFill>
          <a:ln w="12700">
            <a:solidFill>
              <a:srgbClr val="2A1F1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554480"/>
            <a:ext cx="54864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5727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Pearl_Dev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17556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 rendering + ITE engine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2743200" cy="384048"/>
          </a:xfrm>
          <a:prstGeom prst="rect">
            <a:avLst/>
          </a:prstGeom>
          <a:solidFill>
            <a:srgbClr val="1A1108"/>
          </a:solidFill>
          <a:ln w="12700">
            <a:solidFill>
              <a:srgbClr val="2A1F1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554480"/>
            <a:ext cx="54864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5727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Pearl_Writer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55080" y="17556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 + manuscript authoring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098280" y="1554480"/>
            <a:ext cx="2743200" cy="384048"/>
          </a:xfrm>
          <a:prstGeom prst="rect">
            <a:avLst/>
          </a:prstGeom>
          <a:solidFill>
            <a:srgbClr val="1A1108"/>
          </a:solidFill>
          <a:ln w="12700">
            <a:solidFill>
              <a:srgbClr val="2A1F1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98280" y="1554480"/>
            <a:ext cx="54864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35440" y="15727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Pearl_Editor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35440" y="17556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voice + atom curation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011680"/>
            <a:ext cx="2743200" cy="384048"/>
          </a:xfrm>
          <a:prstGeom prst="rect">
            <a:avLst/>
          </a:prstGeom>
          <a:solidFill>
            <a:srgbClr val="1A1108"/>
          </a:solidFill>
          <a:ln w="12700">
            <a:solidFill>
              <a:srgbClr val="2A1F1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011680"/>
            <a:ext cx="54864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0299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Pearl_News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22128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news cadence + research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37560" y="2011680"/>
            <a:ext cx="2743200" cy="384048"/>
          </a:xfrm>
          <a:prstGeom prst="rect">
            <a:avLst/>
          </a:prstGeom>
          <a:solidFill>
            <a:srgbClr val="1A1108"/>
          </a:solidFill>
          <a:ln w="12700">
            <a:solidFill>
              <a:srgbClr val="2A1F1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37560" y="2011680"/>
            <a:ext cx="54864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0299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Pearl_Video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74720" y="22128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render + soundtrack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2011680"/>
            <a:ext cx="2743200" cy="384048"/>
          </a:xfrm>
          <a:prstGeom prst="rect">
            <a:avLst/>
          </a:prstGeom>
          <a:solidFill>
            <a:srgbClr val="1A1108"/>
          </a:solidFill>
          <a:ln w="12700">
            <a:solidFill>
              <a:srgbClr val="2A1F1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0" y="2011680"/>
            <a:ext cx="54864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20299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Pearl_Audio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55080" y="22128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Audiobook voice + mix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098280" y="2011680"/>
            <a:ext cx="2743200" cy="384048"/>
          </a:xfrm>
          <a:prstGeom prst="rect">
            <a:avLst/>
          </a:prstGeom>
          <a:solidFill>
            <a:srgbClr val="1A1108"/>
          </a:solidFill>
          <a:ln w="12700">
            <a:solidFill>
              <a:srgbClr val="2A1F1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98280" y="2011680"/>
            <a:ext cx="54864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35440" y="20299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Pearl_Author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35440" y="22128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 authoring + continuity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2468880"/>
            <a:ext cx="2743200" cy="384048"/>
          </a:xfrm>
          <a:prstGeom prst="rect">
            <a:avLst/>
          </a:prstGeom>
          <a:solidFill>
            <a:srgbClr val="1A1108"/>
          </a:solidFill>
          <a:ln w="12700">
            <a:solidFill>
              <a:srgbClr val="2A1F1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2468880"/>
            <a:ext cx="54864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24871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Pearl_Brand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94360" y="26700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dashboard + weekly ops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337560" y="2468880"/>
            <a:ext cx="2743200" cy="384048"/>
          </a:xfrm>
          <a:prstGeom prst="rect">
            <a:avLst/>
          </a:prstGeom>
          <a:solidFill>
            <a:srgbClr val="1A1108"/>
          </a:solidFill>
          <a:ln w="12700">
            <a:solidFill>
              <a:srgbClr val="2A1F1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337560" y="2468880"/>
            <a:ext cx="54864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74720" y="24871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Pearl_Prez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474720" y="26700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+ brand admin HTML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17920" y="2468880"/>
            <a:ext cx="2743200" cy="384048"/>
          </a:xfrm>
          <a:prstGeom prst="rect">
            <a:avLst/>
          </a:prstGeom>
          <a:solidFill>
            <a:srgbClr val="1A1108"/>
          </a:solidFill>
          <a:ln w="12700">
            <a:solidFill>
              <a:srgbClr val="2A1F1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17920" y="2468880"/>
            <a:ext cx="54864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55080" y="24871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Pearl_Marketing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355080" y="26700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+ CTA + freebies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9098280" y="2468880"/>
            <a:ext cx="2743200" cy="384048"/>
          </a:xfrm>
          <a:prstGeom prst="rect">
            <a:avLst/>
          </a:prstGeom>
          <a:solidFill>
            <a:srgbClr val="1A1108"/>
          </a:solidFill>
          <a:ln w="12700">
            <a:solidFill>
              <a:srgbClr val="2A1F1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098280" y="2468880"/>
            <a:ext cx="54864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235440" y="24871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Pearl_Localization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9235440" y="26700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CJK + cross-locale parity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" y="2926080"/>
            <a:ext cx="2743200" cy="384048"/>
          </a:xfrm>
          <a:prstGeom prst="rect">
            <a:avLst/>
          </a:prstGeom>
          <a:solidFill>
            <a:srgbClr val="1A1108"/>
          </a:solidFill>
          <a:ln w="12700">
            <a:solidFill>
              <a:srgbClr val="2A1F1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7200" y="2926080"/>
            <a:ext cx="54864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94360" y="29443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Pearl_Int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94360" y="31272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 + credentials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337560" y="2926080"/>
            <a:ext cx="2743200" cy="384048"/>
          </a:xfrm>
          <a:prstGeom prst="rect">
            <a:avLst/>
          </a:prstGeom>
          <a:solidFill>
            <a:srgbClr val="1A1108"/>
          </a:solidFill>
          <a:ln w="12700">
            <a:solidFill>
              <a:srgbClr val="2A1F1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337560" y="2926080"/>
            <a:ext cx="54864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74720" y="29443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Pearl_Research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3474720" y="31272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+ EI v2 calibration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217920" y="2926080"/>
            <a:ext cx="2743200" cy="384048"/>
          </a:xfrm>
          <a:prstGeom prst="rect">
            <a:avLst/>
          </a:prstGeom>
          <a:solidFill>
            <a:srgbClr val="1A1108"/>
          </a:solidFill>
          <a:ln w="12700">
            <a:solidFill>
              <a:srgbClr val="2A1F1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217920" y="2926080"/>
            <a:ext cx="54864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55080" y="29443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Pearl_PM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355080" y="31272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routing + coordination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9098280" y="2926080"/>
            <a:ext cx="2743200" cy="384048"/>
          </a:xfrm>
          <a:prstGeom prst="rect">
            <a:avLst/>
          </a:prstGeom>
          <a:solidFill>
            <a:srgbClr val="1A1108"/>
          </a:solidFill>
          <a:ln w="12700">
            <a:solidFill>
              <a:srgbClr val="2A1F17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098280" y="2926080"/>
            <a:ext cx="54864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235440" y="29443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Pearl_Architect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9235440" y="31272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authoring + drift catch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57200" y="3383280"/>
            <a:ext cx="2743200" cy="384048"/>
          </a:xfrm>
          <a:prstGeom prst="rect">
            <a:avLst/>
          </a:prstGeom>
          <a:solidFill>
            <a:srgbClr val="1A1108"/>
          </a:solidFill>
          <a:ln w="12700">
            <a:solidFill>
              <a:srgbClr val="2A1F17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57200" y="3383280"/>
            <a:ext cx="54864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94360" y="34015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Pearl_GitHub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594360" y="35844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+ branch + ruleset hygiene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3337560" y="3383280"/>
            <a:ext cx="2743200" cy="384048"/>
          </a:xfrm>
          <a:prstGeom prst="rect">
            <a:avLst/>
          </a:prstGeom>
          <a:solidFill>
            <a:srgbClr val="1A1108"/>
          </a:solidFill>
          <a:ln w="12700">
            <a:solidFill>
              <a:srgbClr val="2A1F17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337560" y="3383280"/>
            <a:ext cx="54864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474720" y="34015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Pearl_DevOps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3474720" y="35844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gates + weekly cron health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457200" y="5897880"/>
            <a:ext cx="11247120" cy="457200"/>
          </a:xfrm>
          <a:prstGeom prst="rect">
            <a:avLst/>
          </a:prstGeom>
          <a:solidFill>
            <a:srgbClr val="0E0A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57200" y="58978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replace agents. You direct them, validate them, and teach them. The work multiplies.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2A1F17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Omega  ·  AI-native publishing  ·  Join the build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Enlightened Intelligence v2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quality engine you teach. Every release makes the next one smarter.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657600" cy="438912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36576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276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3291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registry of quality dimensions every book / panel / episode is scored against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· somatic resonance · cohesion · safety · register · authenticity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feedback queue — every score informs the next generation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inside the pipeline; runs on every artifact, every time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1463040"/>
            <a:ext cx="3657600" cy="438912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51960" y="1463040"/>
            <a:ext cx="36576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16276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TEACH IT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34840" y="2148840"/>
            <a:ext cx="3291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chapter, flag a register slip — EI's F-detector calibrates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to an audiobook, note a loudness drift — the gate tightens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 manga panel, mark a face-lock failure — the LoRA pool re-trains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a new teacher doctrine — EI v2 learns the voice envelope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657600" cy="438912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1463040"/>
            <a:ext cx="36576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6276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 BACK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0" y="2148840"/>
            <a:ext cx="3291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+ more accurate ship gates (less hand-QA over time)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catches: stuck phrases, off-register prose, locale parity gaps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Per-brand quality scorecards updated weekly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Operator-visible dashboard so you can see the system improving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solidFill>
            <a:srgbClr val="0E0A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v2 turns every craft decision you make into permanent system memory. Your taste compounds.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2A1F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Omega  ·  AI-native publishing  ·  Join the build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Manager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— coordination + spec-fluency over deep tech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486400" cy="484632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73152" cy="4846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WORK 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router across every active program. You decide which lane any operator ask lives in and you keep the merge train moving.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0175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 FEATURES YOU'LL SUPPORT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383280"/>
            <a:ext cx="5212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ACTIVE_PROJECTS + ACTIVE_WORKSTREAMS — the live system map of every initiative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Cap-entry routing memory across 19 subsystems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 → B → C ship gates and weekly merge trains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Pearl_PM + Pearl_Architect — the two agents that brief you on every decision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5486400" cy="4846320"/>
          </a:xfrm>
          <a:prstGeom prst="rect">
            <a:avLst/>
          </a:prstGeom>
          <a:solidFill>
            <a:srgbClr val="1A110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463040"/>
            <a:ext cx="73152" cy="4846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DO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2011680"/>
            <a:ext cx="5212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operator asks within 24h with a STARTUP_RECEIPT brief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cross-team standups; unblock dependencies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merge-train cadence; gate Phase ship items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in-envelope; escalate out-of-envelope per Operator_Proxy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the rest of the team a clean weekly rhythm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46520" y="5029200"/>
            <a:ext cx="5166360" cy="1234440"/>
          </a:xfrm>
          <a:prstGeom prst="rect">
            <a:avLst/>
          </a:prstGeom>
          <a:solidFill>
            <a:srgbClr val="0E0A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5074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TEACH EI v2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53492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routing decision you log becomes part of the cap-entry index that Pearl_Architect uses to catch drift across future sessions.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2A1F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Omega  ·  AI-native publishing  ·  Join the build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Manga Tech Lead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Staff+ — ML/diffusion-models depth + Python ops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486400" cy="484632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73152" cy="4846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WORK 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the most advanced part of the system: a multi-model manga pipeline that turns a script + brand identity into anatomically-correct, character-locked, locale-lettered panels.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0175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 FEATURES YOU'LL SUPPORT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383280"/>
            <a:ext cx="5212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Qwen-Image (faces) + FLUX (backgrounds) + Animagine XL (B&amp;W panels) — composed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PuLID-FLUX-FaceNet face-lock + ai-toolkit LoRA training per character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37-brand × 4-locale × 2-surface (KDP paperback + WEBTOON) weekly cron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RunComfy GPU + Pearl Star local — Tier-2 unattended generation economics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Constraint-solver-driven character distinctness at catalog scale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5486400" cy="4846320"/>
          </a:xfrm>
          <a:prstGeom prst="rect">
            <a:avLst/>
          </a:prstGeom>
          <a:solidFill>
            <a:srgbClr val="1A110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463040"/>
            <a:ext cx="73152" cy="4846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DO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2011680"/>
            <a:ext cx="5212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+ ship Manga V2 layered pipeline (5 phases: A → E)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+ curate per-character + per-brand LoRAs (the 12-14 named cast)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ep_002+ V5.1 across ja_JP / zh_TW / zh_CN / en_US in parallel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RunComfy spend efficiency; tune the budget guard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with Pearl_Dev + Pearl_Author + Pearl_Architect on the V2 spec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46520" y="5029200"/>
            <a:ext cx="5166360" cy="1234440"/>
          </a:xfrm>
          <a:prstGeom prst="rect">
            <a:avLst/>
          </a:prstGeom>
          <a:solidFill>
            <a:srgbClr val="0E0A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5074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TEACH EI v2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53492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panel you approve trains the per-character LoRA pool + tightens the catalog-wide distinctness solver — fewer same-face misses next round.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2A1F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Omega  ·  AI-native publishing  ·  Join the build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Productionization Lead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— video + audio + multi-locale ops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486400" cy="484632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73152" cy="4846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WORK 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every video format from prototype to weekly production. Multi-locale TTS, ambient soundtracks, vertical-scroll + horizontal video, R2/CDN delivery.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0175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 FEATURES YOU'LL SUPPORT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383280"/>
            <a:ext cx="5212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× manga 30-second video V1 — 12-13 deliverables per cycle × locales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CosyVoice2 + ElevenLabs + Edge TTS routing per locale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Soundtrack-engine: ambient mood matching to chapter emotional arc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R2 + CDN; WEBTOON Canvas + YouTube Reels output validation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 + EBU R128 loudness normalization across an entire catalog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5486400" cy="4846320"/>
          </a:xfrm>
          <a:prstGeom prst="rect">
            <a:avLst/>
          </a:prstGeom>
          <a:solidFill>
            <a:srgbClr val="1A110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463040"/>
            <a:ext cx="73152" cy="4846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DO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2011680"/>
            <a:ext cx="5212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Productionize the format-specs.yaml + render-params.yaml pipeline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CJK narration into the existing video render path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soundtrack-engine off 11labs onto CosyVoice / Edge for cost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per-locale Reels + Canvas + audiobook video weekly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with Pearl_Video + Pearl_Audio agents to scale throughput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46520" y="5029200"/>
            <a:ext cx="5166360" cy="1234440"/>
          </a:xfrm>
          <a:prstGeom prst="rect">
            <a:avLst/>
          </a:prstGeom>
          <a:solidFill>
            <a:srgbClr val="0E0A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5074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TEACH EI v2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53492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Loudness + register findings you file train the audio-quality gate; next week's videos clear it automatically.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2A1F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Omega  ·  AI-native publishing  ·  Join the build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Senior Engineer — core_pipeline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— Python + LLMs + content-gate design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486400" cy="484632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73152" cy="4846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WORK 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bestseller-grade prose pipeline. You wire spec → code → EI v2 gate → shipping book. Every line of prose in the catalog passes through what you build.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0175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 FEATURES YOU'LL SUPPORT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383280"/>
            <a:ext cx="5212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12-spine bestseller framework — 10 sections × 3+ variations × 37 brands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Register-gate F1-F12 — detectors for prose drift, abstract opens, off-doctrine voice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Build-story-schedule + slot-tracker — named-character continuity across chapters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Teacher-mode wrapper semantics — substance from atoms, voice from doctrine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high-confidence catalog configs — the multi-axis fan-out at scale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5486400" cy="4846320"/>
          </a:xfrm>
          <a:prstGeom prst="rect">
            <a:avLst/>
          </a:prstGeom>
          <a:solidFill>
            <a:srgbClr val="1A110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463040"/>
            <a:ext cx="73152" cy="4846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DO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2011680"/>
            <a:ext cx="5212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Phase 2 of the bestseller pipeline (story_schedule consumption)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new register-gate F-detectors (F12 onwards) calibrated against real books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the ship-readiness aggregator that gates production runs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+ maintain spec amendments (PEARL_PRIME_BESTSELLER_WRITING_OVERLAY)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with Pearl_Prime + Pearl_Dev to ship features against Tier-1 Claude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46520" y="5029200"/>
            <a:ext cx="5166360" cy="1234440"/>
          </a:xfrm>
          <a:prstGeom prst="rect">
            <a:avLst/>
          </a:prstGeom>
          <a:solidFill>
            <a:srgbClr val="0E0A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5074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TEACH EI v2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53492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F-detector you ship becomes a permanent reading rule the system enforces forever — your craft taste literally becomes policy.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2A1F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Omega  ·  AI-native publishing  ·  Join the build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Senior Engineer — integrations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— backend + CF/Workers + multi-platform APIs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486400" cy="484632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73152" cy="4846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WORK 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connective tissue. You wire the system to the outside world: storefront, GPU compute, CJK platforms, credential rotation.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0175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 FEATURES YOU'LL SUPPORT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383280"/>
            <a:ext cx="5212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R2 + Workers + Pages + Snipcart — full storefront stack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RunComfy GPU compute + budget guard ($10/mo soft cap)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CJK platform connectors: LINE Manga Indies, Pixiv, Comico, Ximalaya, JOOX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Keychain → 19 tracked env-var pipeline; SOC2 baseline hygiene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Trend-feed RSS health + budget guard regression catching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5486400" cy="4846320"/>
          </a:xfrm>
          <a:prstGeom prst="rect">
            <a:avLst/>
          </a:prstGeom>
          <a:solidFill>
            <a:srgbClr val="1A110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463040"/>
            <a:ext cx="73152" cy="4846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DO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2011680"/>
            <a:ext cx="5212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Snipcart + multi-currency checkout into the storefront V1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RunComfy spend ledger; alert on spend anomalies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+ harden CJK platform release scripts (zh_CN gray-zone gating)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credentials safely; the integration registry is canonical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with Pearl_Int + Pearl_DevOps on credential automation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46520" y="5029200"/>
            <a:ext cx="5166360" cy="1234440"/>
          </a:xfrm>
          <a:prstGeom prst="rect">
            <a:avLst/>
          </a:prstGeom>
          <a:solidFill>
            <a:srgbClr val="0E0A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5074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TEACH EI v2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53492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API quirks you document become EI v2 lookup memory — agents stop tripping on the same gotchas after you log them once.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2A1F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Omega  ·  AI-native publishing  ·  Join the build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Senior Engineer — brand_admin + dashboard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Intermediate–Senior — full-stack + cron + HTML/CSS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486400" cy="484632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73152" cy="4846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WORK 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operator's daily window into the system. brand_admin_v2 + the weekly cron + the brand_onboarding_hub are what every brand sees.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0175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 FEATURES YOU'LL SUPPORT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383280"/>
            <a:ext cx="5212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brand_admin_v2 dashboard with axes_present field (book/manga/podcast/audiobook)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9am UTC weekly cron — auto-rebuilds + auto-PRs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37-brand × 4-axis × locale matrix freshness gate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Per-platform ZIP packaging (KDP / WEBTOON / Spotify / Audible / Google Play)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teacher_showcase + brand_onboarding_hub — operator-facing surfaces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5486400" cy="4846320"/>
          </a:xfrm>
          <a:prstGeom prst="rect">
            <a:avLst/>
          </a:prstGeom>
          <a:solidFill>
            <a:srgbClr val="1A110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463040"/>
            <a:ext cx="73152" cy="4846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DO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2011680"/>
            <a:ext cx="5212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each new axis into the weekly cron + ZIP packager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brand-admin v2 download routes + manifest.json schema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dashboard freshness alerts (zero-staleness gate)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Cross-train teacher_showcase + onboarding hub maintenance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with Pearl_Brand + Pearl_Prez + Pearl_Dev on weekly delivery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46520" y="5029200"/>
            <a:ext cx="5166360" cy="1234440"/>
          </a:xfrm>
          <a:prstGeom prst="rect">
            <a:avLst/>
          </a:prstGeom>
          <a:solidFill>
            <a:srgbClr val="0E0A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5074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TEACH EI v2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53492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UI choice you ship is the operator's first impression of the system — and EI v2 surfaces 'usability friction' as a real gate.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2A1F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Omega  ·  AI-native publishing  ·  Join the build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 — Prose Quality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Entry–Intermediate — close reading + craft taste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486400" cy="484632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73152" cy="4846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WORK 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read the books. You're the calibration source for what 'bestseller-grade' actually means — your taste literally trains the system.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0175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 FEATURES YOU'LL SUPPORT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383280"/>
            <a:ext cx="5212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ACCEPTANCE_SCORECARD scoring per chapter (ONTGP — Opens, Names, Threads, Grip, Payoff)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Register-gate F-detector calibration — your edge cases become the rules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/ SCENE / STORY pattern drift across 211 HOOK atoms + 37 brands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Read-through of every storefront-eligible book before it ships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Pearl_Prime + Pearl_Editor — your dev partners; you call the craft shots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5486400" cy="4846320"/>
          </a:xfrm>
          <a:prstGeom prst="rect">
            <a:avLst/>
          </a:prstGeom>
          <a:solidFill>
            <a:srgbClr val="1A110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463040"/>
            <a:ext cx="73152" cy="4846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DO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2011680"/>
            <a:ext cx="5212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8-15 books per week against ACCEPTANCE_SCORECARD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register-gate findings with concrete examples for engineer calibration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atom corpus for drift; mark batches for rewrite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off on production-profile catalog runs before ship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'what bestseller-grade means' notes that ship into specs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46520" y="5029200"/>
            <a:ext cx="5166360" cy="1234440"/>
          </a:xfrm>
          <a:prstGeom prst="rect">
            <a:avLst/>
          </a:prstGeom>
          <a:solidFill>
            <a:srgbClr val="0E0A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5074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TEACH EI v2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53492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flagged passage becomes a register-gate test fixture. Next week, the gate catches that exact failure mode automatically.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2A1F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Omega  ·  AI-native publishing  ·  Join the build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 — Manga Panel Review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Entry–Intermediate — manga fluency + visual eye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486400" cy="484632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73152" cy="4846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WORK 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read manga critically. You spot the things that break immersion before they ship.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0175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 FEATURES YOU'LL SUPPORT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383280"/>
            <a:ext cx="5212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Per-panel review against CHARACTER_INDIVIDUATION distinctness (cross-brand axis)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Face-lock + character-design consistency across panels of an episode (PuLID)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/ framing / silence-map per LAYER_RENDER_CONTRACT_SPEC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Locale parity check — same panel rendered ja_JP vs zh_TW vs en_US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WEBTOON vertical-scroll + KDP paperback PDF QA gates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5486400" cy="4846320"/>
          </a:xfrm>
          <a:prstGeom prst="rect">
            <a:avLst/>
          </a:prstGeom>
          <a:solidFill>
            <a:srgbClr val="1A110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463040"/>
            <a:ext cx="73152" cy="4846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DO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2011680"/>
            <a:ext cx="5212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1-2 full episodes per week across en_US + 1 CJK locale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character-distinctness misses for the constraint-solver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anatomical correction edge cases; file findings for V2 Phase 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WEBTOON canvas + KDP PDF outputs before brand-admin ZIP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with Pearl_Dev + Pearl_Author on panel-level fixes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46520" y="5029200"/>
            <a:ext cx="5166360" cy="1234440"/>
          </a:xfrm>
          <a:prstGeom prst="rect">
            <a:avLst/>
          </a:prstGeom>
          <a:solidFill>
            <a:srgbClr val="0E0A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5074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TEACH EI v2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53492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face-lock + distinctness misses train the per-character LoRA pool. Same-face problem solves itself over rounds.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2A1F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Omega  ·  AI-native publishing  ·  Join the build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 — Audiobook + Storefront Smoke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Entry–Intermediate — audio ear + checkout-flow testing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486400" cy="484632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73152" cy="4846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WORK 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listen. You buy. You catch the audio defects and the checkout drops that nobody else has time to find.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0175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 FEATURES YOU'LL SUPPORT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383280"/>
            <a:ext cx="5212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Loudness (EBU R128) + ID3-tag + chapter-marker validation across catalog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Voice-consistency audit across multi-book series under same brand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Storefront end-to-end purchase smoke (Cloudflare Worker + Snipcart)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Refund-rate review per locale × platform; flag refund spikes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Multi-platform compatibility (Audible, Apple Books, Google Play, Spotify, Ximalaya)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5486400" cy="4846320"/>
          </a:xfrm>
          <a:prstGeom prst="rect">
            <a:avLst/>
          </a:prstGeom>
          <a:solidFill>
            <a:srgbClr val="1A110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463040"/>
            <a:ext cx="73152" cy="4846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DO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2011680"/>
            <a:ext cx="5212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to 2-3 audiobook samples per week before ship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weekly storefront purchase smoke (checkout + refund flow)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audio defects for the loudness gate + voice clone library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refund-rate baseline; alert on spikes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with Pearl_Audio + Pearl_Brand on per-platform QA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46520" y="5029200"/>
            <a:ext cx="5166360" cy="1234440"/>
          </a:xfrm>
          <a:prstGeom prst="rect">
            <a:avLst/>
          </a:prstGeom>
          <a:solidFill>
            <a:srgbClr val="0E0A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5074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TEACH EI v2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53492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defects you file train the loudness + ID3 gate. Storefront drop-off points you find become checkout regression tests.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2A1F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Omega  ·  AI-native publishing  ·  Join the build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/ Brand Ops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Entry–Intermediate — funnel + CTA + brand voice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486400" cy="484632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73152" cy="4846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WORK 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build the bridge from reader-attention to catalog-purchase. Every freebie, every email, every CTA.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0175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 FEATURES YOU'LL SUPPORT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383280"/>
            <a:ext cx="5212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25-brand themes — authoring + maintenance for the catalog generator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48-Social CTA registry across platforms (TikTok / Reels / Threads / Pinterest)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Freebie → email sequence → book CTA funnel (GHL + GA4 wired)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music_mode brand integration V1 — first-real-artist seed + freebie funnel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brand-admin v2 weekly_packages shepherding (operator-facing)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5486400" cy="4846320"/>
          </a:xfrm>
          <a:prstGeom prst="rect">
            <a:avLst/>
          </a:prstGeom>
          <a:solidFill>
            <a:srgbClr val="1A110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463040"/>
            <a:ext cx="73152" cy="4846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DO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2011680"/>
            <a:ext cx="5212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1-2 brand themes per week into the catalog generator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funnel + GHL email seq + GA4 tracking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48 Social CTA registry; cross-platform posting cadence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music_mode freebie funnel V1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with Pearl_Marketing + Pearl_Brand + Pearl_Prez agents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46520" y="5029200"/>
            <a:ext cx="5166360" cy="1234440"/>
          </a:xfrm>
          <a:prstGeom prst="rect">
            <a:avLst/>
          </a:prstGeom>
          <a:solidFill>
            <a:srgbClr val="0E0A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5074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TEACH EI v2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53492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conversion data you collect trains the recommender + the catalog economics ranker. Marketing becomes data, not guesswork.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2A1F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Omega  ·  AI-native publishing  ·  Join the build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Analyst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Intermediate–Senior — data + pricing + catalog economics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486400" cy="484632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73152" cy="4846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WORK 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catalog is a 37-brand × 4-axis × locale matrix. Each cell has economics. You make those economics legible — and use them to steer next quarter's catalog.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0175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 FEATURES YOU'LL SUPPORT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383280"/>
            <a:ext cx="5212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high-confidence catalog configs — economic decision modeling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Per-platform margin: KDP / WEBTOON / Audible / Spotify / Apple Books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Price-experiment design — A/B on price, format, locale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projector calibration (revenue_forecast_2026)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axis × locale economic ranking — which combinations to scale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5486400" cy="4846320"/>
          </a:xfrm>
          <a:prstGeom prst="rect">
            <a:avLst/>
          </a:prstGeom>
          <a:solidFill>
            <a:srgbClr val="1A110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463040"/>
            <a:ext cx="73152" cy="4846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DO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2011680"/>
            <a:ext cx="5212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800-config economic ranking; surface top 50 priority configs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pricing-experiment proposals; track outcomes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per-platform margin spreadsheet + payout dynamics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Pearl Prime + Pearl News revenue projector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with Pearl_PM + Pearl_Research on catalog economics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46520" y="5029200"/>
            <a:ext cx="5166360" cy="1234440"/>
          </a:xfrm>
          <a:prstGeom prst="rect">
            <a:avLst/>
          </a:prstGeom>
          <a:solidFill>
            <a:srgbClr val="0E0A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5074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TEACH EI v2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53492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pricing experiment outcome you log calibrates the recommender. The system learns which configs make money, not just which ones look good.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2A1F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Omega  ·  AI-native publishing  ·  Join the build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/ Editor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— research + editorial + content curation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486400" cy="484632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73152" cy="4846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WORK 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keeper of teacher voice + research rigor. You author + audit the atoms that the prose pipeline mixes into every chapter.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0175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 FEATURES YOU'LL SUPPORT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383280"/>
            <a:ext cx="5212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Teacher_banks doctrine.yaml across 12+ teacher pen-names + locales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HOOK-SCENE-FIRST-01 corpus — 178+ scene-first atoms (and growing)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gap closing — 22+ research-citation-gap items prioritized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v2 KB activation + learner-feedback queue health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 News 4-layer source provenance (news + youth + teacher + SDG)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5486400" cy="4846320"/>
          </a:xfrm>
          <a:prstGeom prst="rect">
            <a:avLst/>
          </a:prstGeom>
          <a:solidFill>
            <a:srgbClr val="1A110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463040"/>
            <a:ext cx="73152" cy="4846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DO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2011680"/>
            <a:ext cx="5212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+ curate atoms (HOOK / TEACHER_DOCTRINE / REFLECTION / INTEGRATION)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citation gaps weekly (5 per week sustainable cadence)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teacher_bank doctrine.yaml for 1+ teacher per week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with Pearl_Editor + Pearl_Research + Pearl_Writer agents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calibrate EI v2 against editorial sensibility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46520" y="5029200"/>
            <a:ext cx="5166360" cy="1234440"/>
          </a:xfrm>
          <a:prstGeom prst="rect">
            <a:avLst/>
          </a:prstGeom>
          <a:solidFill>
            <a:srgbClr val="0E0A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5074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TEACH EI v2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53492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doctrine.yaml refinement you author teaches the wrapper-semantics layer. The next book in that teacher's voice gets it right by default.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2A1F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Omega  ·  AI-native publishing  ·  Join the build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Localization — per locale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Intermediate–Senior — native speaker + cultural register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486400" cy="484632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73152" cy="4846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WORK 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Native-level mastery of ja-JP, zh-TW, zh-CN, or ko-KR. You make the system speak — not just translate.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0175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 FEATURES YOU'LL SUPPORT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383280"/>
            <a:ext cx="5212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Per-locale atom translation (Qwen 2.5 baseline + your cultural polish)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Locale-12 expansion regen-check (dry-run mode)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ja_JP-specific battle / cultivation / iyashikei register coexistence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zh_CN gray-zone distribution gating + AI-disclosure framework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CJK6 cultural-register QA for manga lettering + audiobook narration scripts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5486400" cy="4846320"/>
          </a:xfrm>
          <a:prstGeom prst="rect">
            <a:avLst/>
          </a:prstGeom>
          <a:solidFill>
            <a:srgbClr val="1A110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463040"/>
            <a:ext cx="73152" cy="4846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DO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2011680"/>
            <a:ext cx="5212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1 full locale atom pass per quarter (ja_JP first)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manga lettering output for cultural register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narration scripts for natural register before voice generation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per-locale teacher voice + style guides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with Pearl_Localization + Pearl_News (translation seam)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46520" y="5029200"/>
            <a:ext cx="5166360" cy="1234440"/>
          </a:xfrm>
          <a:prstGeom prst="rect">
            <a:avLst/>
          </a:prstGeom>
          <a:solidFill>
            <a:srgbClr val="0E0A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5074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TEACH EI v2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53492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Cultural-register signals you flag become locale-specific gates. The CJK output gets better, automatically, without losing voice.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2A1F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Omega  ·  AI-native publishing  ·  Join the build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Generalist / Reader-Reviewer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No-skill entry — paid onramp via Google Career Certificate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486400" cy="484632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73152" cy="4846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WORK 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prior experience required. We pay you to read, review, and learn. Within 90 days you're a specialist somewhere.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0175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 FEATURES YOU'LL SUPPORT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383280"/>
            <a:ext cx="5212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Career Certificate of your choice (we cover it) — IT, Data, UX, Marketing, PM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ACCEPTANCE_SCORECARD reading sessions — structured book feedback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QA on audiobook + brand-admin v2 ZIP downloads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CTA basic posting + scheduling support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bank cataloging + brand-asset organization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5486400" cy="4846320"/>
          </a:xfrm>
          <a:prstGeom prst="rect">
            <a:avLst/>
          </a:prstGeom>
          <a:solidFill>
            <a:srgbClr val="1A110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463040"/>
            <a:ext cx="73152" cy="4846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DO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2011680"/>
            <a:ext cx="5212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1-2 books per week; file structured feedback per ACCEPTANCE_SCORECARD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light QA passes across audiobook + storefront flows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with brand asset organization + Social CTA posting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 in + earn your Google Career Cert within 90 days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with whichever lead matches your emerging interest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46520" y="5029200"/>
            <a:ext cx="5166360" cy="1234440"/>
          </a:xfrm>
          <a:prstGeom prst="rect">
            <a:avLst/>
          </a:prstGeom>
          <a:solidFill>
            <a:srgbClr val="0E0A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5074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TEACH EI v2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53492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reader feedback IS the calibration data. Every observation makes EI v2 better. You're learning, and the system is learning from you.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2A1F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Omega  ·  AI-native publishing  ·  Join the build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 / CI / Governance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Intermediate–Senior — GitHub Actions + Cloudflare + Python tooling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486400" cy="484632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73152" cy="4846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WORK 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the wheels on a fast-moving repo: branch protection, CI gates, weekly cron, LFS health, governance enforcement.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0175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 FEATURES YOU'LL SUPPORT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383280"/>
            <a:ext cx="5212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workflows for every pipeline (book / manga / podcast / audiobook / brand-admin v2)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Branch-protection ruleset + push-guard + preflight enforcement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governance review — Pearl_PM + Pearl_Architect automated review gate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cron health monitoring across 4 axes × 37 brands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Tier-policy enforcement — no paid API keys in repo (Tier 1 Claude, Tier 2 Qwen/Gemma)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5486400" cy="4846320"/>
          </a:xfrm>
          <a:prstGeom prst="rect">
            <a:avLst/>
          </a:prstGeom>
          <a:solidFill>
            <a:srgbClr val="1A110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463040"/>
            <a:ext cx="73152" cy="4846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DO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2011680"/>
            <a:ext cx="5212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CI baseline green; cover_art + Core tests + Release gates + Verify governance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+ maintain pr_governance_review.py + verify_github_governance.py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weekly cron green for 4-week streaks; debug runner contention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LFS + repo-size hygiene; audit_llm_callers compliance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with Pearl_DevOps + Pearl_GitHub agents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46520" y="5029200"/>
            <a:ext cx="5166360" cy="1234440"/>
          </a:xfrm>
          <a:prstGeom prst="rect">
            <a:avLst/>
          </a:prstGeom>
          <a:solidFill>
            <a:srgbClr val="0E0A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5074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TEACH EI v2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53492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CI gate you ship is a permanent system reflex. The team can move faster because the gates catch what humans no longer have to remember.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2A1F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Omega  ·  AI-native publishing  ·  Join the build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Audiobook Voice + Mix Lead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Intermediate–Senior — audio engineering + multi-locale voice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486400" cy="484632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73152" cy="4846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WORK 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voice of the catalog. Voice cloning, multi-locale narration, EBU R128 loudness, ID3 metadata, M4B chapter markers.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0175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 FEATURES YOU'LL SUPPORT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383280"/>
            <a:ext cx="5212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CosyVoice2 (CJK) + ElevenLabs (en) + Edge TTS — multi-locale voice routing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ECAPA verification + 480-narrator slot voice-clone reference library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Voice-diversity matrix — cross-brand voice character consistency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M4B + chapter markers + ID3 tag + loudness normalization (EBU R128)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Per-locale narration style guides (en-US, ja-JP, zh-TW, zh-CN, ko-KR)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5486400" cy="4846320"/>
          </a:xfrm>
          <a:prstGeom prst="rect">
            <a:avLst/>
          </a:prstGeom>
          <a:solidFill>
            <a:srgbClr val="1A110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463040"/>
            <a:ext cx="73152" cy="4846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DO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2011680"/>
            <a:ext cx="5212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voice cloning + reference clip library curation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full audiobooks across multi-platform (Audible, Apple, Google, Spotify)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CJK CosyVoice2 live on Pearl Star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voice-diversity matrix to prevent cross-brand sound-alikes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with Pearl_Audio + Pearl_Video agents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46520" y="5029200"/>
            <a:ext cx="5166360" cy="1234440"/>
          </a:xfrm>
          <a:prstGeom prst="rect">
            <a:avLst/>
          </a:prstGeom>
          <a:solidFill>
            <a:srgbClr val="0E0A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5074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TEACH EI v2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53492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quality signals you flag train the audio gate. Mis-pronunciations + register slips get caught before listeners ever hear them.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2A1F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Omega  ·  AI-native publishing  ·  Join the build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24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Pearl News Editor + Translator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— editorial + translation + research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486400" cy="484632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73152" cy="4846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WORK 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AI-native news cadence across en + CJK. Four-layer sourcing (news + youth + teacher + SDG) per article.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0175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 FEATURES YOU'LL SUPPORT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383280"/>
            <a:ext cx="5212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article publishing cadence (en-US baseline; CJK expansion)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article scorer + editorial firewall — quality gate before publish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 News 5-layout system (PR #853 sidebar baseline)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Language-routing: CJK → Qwen, en → Claude (per LLM Tier policy)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4-layer source provenance: news + youth + teacher + SDG per article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5486400" cy="4846320"/>
          </a:xfrm>
          <a:prstGeom prst="rect">
            <a:avLst/>
          </a:prstGeom>
          <a:solidFill>
            <a:srgbClr val="1A110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463040"/>
            <a:ext cx="73152" cy="4846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DO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2011680"/>
            <a:ext cx="5212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+ publish daily articles (en lead, CJK follow)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top stories into CJK locales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4-layer source provenance for every article before publish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EI article scorer against editorial sensibility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with Pearl_News + Pearl_Localization + Pearl_Research agents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46520" y="5029200"/>
            <a:ext cx="5166360" cy="1234440"/>
          </a:xfrm>
          <a:prstGeom prst="rect">
            <a:avLst/>
          </a:prstGeom>
          <a:solidFill>
            <a:srgbClr val="0E0A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5074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TEACH EI v2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53492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 decisions you make train the article scorer. Story selection + framing tightens to your taste over time.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2A1F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Omega  ·  AI-native publishing  ·  Join the build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you grow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no-skill to staff+ — the path is real because the work is real.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623560" cy="219456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562356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1907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NO-SKILL → ENTRY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Operator-funded Google Career Certificate (your choice of track)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books + score chapters + light QA passes — earn while you learn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days: cert in hand, 1 QA pass owned, migrating to specialist track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554480"/>
            <a:ext cx="5623560" cy="219456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1554480"/>
            <a:ext cx="562356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71907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→ INTERMEDIATE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55080" y="219456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1 QA batch per week; calibrate F-detectors with engineers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Coursera intermediate tracks (Editing for Writers, Audio Engineering)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days: propose 1 process improvement that ships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5623560" cy="219456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931920"/>
            <a:ext cx="562356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0965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→ SENIOR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57200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1 subsystem touchpoint end-to-end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1 PR end-to-end per sprint; mentor 1 entry-tier teammate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Engineer + spec-authoring practice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3931920"/>
            <a:ext cx="5623560" cy="219456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3931920"/>
            <a:ext cx="562356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40965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→ STAFF+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55080" y="457200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specs; lead program phases; mentor 2+ teammates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architectural shifts (cap entries) the whole system pivots around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External: fast.ai + ML papers for the manga-tech path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6355080"/>
            <a:ext cx="11247120" cy="0"/>
          </a:xfrm>
          <a:prstGeom prst="rect">
            <a:avLst/>
          </a:prstGeom>
          <a:noFill/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level up is paid in real work shipped. EI v2 grows with you.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2A1F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Omega  ·  AI-native publishing  ·  Join the build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8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TEAM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ship real things to real people.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108960"/>
            <a:ext cx="10515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Books, manga, audiobooks, podcasts, music, video — production-grade, every week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brands × 6 languages × every major platform you've heard of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AI agents that you direct, validate, and teach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Enlightened Intelligence v2 — your craft taste becomes permanent system memory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path from no-skill (paid onramp + Google Career Cert) to staff+ that is real because the work is real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artifact you touch is one you can show — public catalog, public storefront, real proof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6035040"/>
            <a:ext cx="411480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172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with us.  →  the path opens at every skill level.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with Phoenix Omega</dc:title>
  <dc:subject>Recruiting brief for prospective team members</dc:subject>
  <dc:creator>Phoenix Omega</dc:creator>
  <cp:lastModifiedBy>Phoenix Omega</cp:lastModifiedBy>
  <cp:revision>1</cp:revision>
  <dcterms:created xsi:type="dcterms:W3CDTF">2026-06-09T21:45:59Z</dcterms:created>
  <dcterms:modified xsi:type="dcterms:W3CDTF">2026-06-09T21:45:59Z</dcterms:modified>
</cp:coreProperties>
</file>